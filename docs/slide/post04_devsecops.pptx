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20"/>
  </p:notesMasterIdLst>
  <p:sldIdLst>
    <p:sldId id="256" r:id="rId2"/>
    <p:sldId id="354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8" r:id="rId16"/>
    <p:sldId id="369" r:id="rId17"/>
    <p:sldId id="370" r:id="rId18"/>
    <p:sldId id="32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4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4204D-38C5-4D77-BC32-C46FB8046D77}" v="599" dt="2026-10-23T00:23:20.269"/>
    <p1510:client id="{81228095-556E-4762-B0B8-11E8E3F76FBD}" v="457" dt="2026-10-23T20:36:19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158" autoAdjust="0"/>
  </p:normalViewPr>
  <p:slideViewPr>
    <p:cSldViewPr snapToGrid="0">
      <p:cViewPr varScale="1">
        <p:scale>
          <a:sx n="63" d="100"/>
          <a:sy n="63" d="100"/>
        </p:scale>
        <p:origin x="7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Fong" userId="0989948daaec8292" providerId="LiveId" clId="{F12E0490-60F3-4147-9D04-93D87D41D5A0}"/>
    <pc:docChg chg="undo redo custSel addSld delSld modSld sldOrd modMainMaster">
      <pc:chgData name="Simon Fong" userId="0989948daaec8292" providerId="LiveId" clId="{F12E0490-60F3-4147-9D04-93D87D41D5A0}" dt="2026-10-23T20:36:19.159" v="17181"/>
      <pc:docMkLst>
        <pc:docMk/>
      </pc:docMkLst>
      <pc:sldChg chg="addSp delSp modSp new mod modTransition setBg modClrScheme addAnim delAnim modAnim setClrOvrMap delDesignElem chgLayout">
        <pc:chgData name="Simon Fong" userId="0989948daaec8292" providerId="LiveId" clId="{F12E0490-60F3-4147-9D04-93D87D41D5A0}" dt="2026-10-23T20:15:11.846" v="17150" actId="20577"/>
        <pc:sldMkLst>
          <pc:docMk/>
          <pc:sldMk cId="500054961" sldId="256"/>
        </pc:sldMkLst>
        <pc:spChg chg="mod">
          <ac:chgData name="Simon Fong" userId="0989948daaec8292" providerId="LiveId" clId="{F12E0490-60F3-4147-9D04-93D87D41D5A0}" dt="2026-10-20T22:34:54.386" v="4425"/>
          <ac:spMkLst>
            <pc:docMk/>
            <pc:sldMk cId="500054961" sldId="256"/>
            <ac:spMk id="22" creationId="{0B66FF80-661C-B63A-31A9-41C8E14A7664}"/>
          </ac:spMkLst>
        </pc:spChg>
        <pc:spChg chg="mod">
          <ac:chgData name="Simon Fong" userId="0989948daaec8292" providerId="LiveId" clId="{F12E0490-60F3-4147-9D04-93D87D41D5A0}" dt="2026-10-23T20:15:11.846" v="17150" actId="20577"/>
          <ac:spMkLst>
            <pc:docMk/>
            <pc:sldMk cId="500054961" sldId="256"/>
            <ac:spMk id="24" creationId="{FFB20242-D968-BFEB-4CC4-53D1AD03BDE0}"/>
          </ac:spMkLst>
        </pc:spChg>
        <pc:picChg chg="add mod ord">
          <ac:chgData name="Simon Fong" userId="0989948daaec8292" providerId="LiveId" clId="{F12E0490-60F3-4147-9D04-93D87D41D5A0}" dt="2026-10-20T22:34:34.354" v="4422" actId="14826"/>
          <ac:picMkLst>
            <pc:docMk/>
            <pc:sldMk cId="500054961" sldId="256"/>
            <ac:picMk id="32" creationId="{7158F0ED-9F1D-EFEC-3544-41B5BB8F4EAA}"/>
          </ac:picMkLst>
        </pc:picChg>
      </pc:sldChg>
      <pc:sldChg chg="modSp add mod modTransition">
        <pc:chgData name="Simon Fong" userId="0989948daaec8292" providerId="LiveId" clId="{F12E0490-60F3-4147-9D04-93D87D41D5A0}" dt="2026-10-23T20:36:19.159" v="17181"/>
        <pc:sldMkLst>
          <pc:docMk/>
          <pc:sldMk cId="2139981956" sldId="327"/>
        </pc:sldMkLst>
        <pc:spChg chg="mod">
          <ac:chgData name="Simon Fong" userId="0989948daaec8292" providerId="LiveId" clId="{F12E0490-60F3-4147-9D04-93D87D41D5A0}" dt="2026-10-23T20:35:52.462" v="17179"/>
          <ac:spMkLst>
            <pc:docMk/>
            <pc:sldMk cId="2139981956" sldId="327"/>
            <ac:spMk id="7" creationId="{7E09983B-0D3F-4767-7BF1-6D71DA878A88}"/>
          </ac:spMkLst>
        </pc:spChg>
      </pc:sldChg>
      <pc:sldChg chg="addSp delSp modSp add del mod modTransition setBg addAnim delAnim modAnim modNotesTx">
        <pc:chgData name="Simon Fong" userId="0989948daaec8292" providerId="LiveId" clId="{F12E0490-60F3-4147-9D04-93D87D41D5A0}" dt="2026-10-22T20:46:38.064" v="13175" actId="2696"/>
        <pc:sldMkLst>
          <pc:docMk/>
          <pc:sldMk cId="1681895122" sldId="331"/>
        </pc:sldMkLst>
        <pc:spChg chg="mod">
          <ac:chgData name="Simon Fong" userId="0989948daaec8292" providerId="LiveId" clId="{F12E0490-60F3-4147-9D04-93D87D41D5A0}" dt="2026-10-22T00:07:27.532" v="12010" actId="6549"/>
          <ac:spMkLst>
            <pc:docMk/>
            <pc:sldMk cId="1681895122" sldId="331"/>
            <ac:spMk id="5" creationId="{9C661C2C-42CF-042C-526F-FF6ADD970227}"/>
          </ac:spMkLst>
        </pc:spChg>
        <pc:picChg chg="add mod modCrop">
          <ac:chgData name="Simon Fong" userId="0989948daaec8292" providerId="LiveId" clId="{F12E0490-60F3-4147-9D04-93D87D41D5A0}" dt="2026-10-22T00:07:35.488" v="12011" actId="1076"/>
          <ac:picMkLst>
            <pc:docMk/>
            <pc:sldMk cId="1681895122" sldId="331"/>
            <ac:picMk id="3" creationId="{A491A172-9A90-EBDF-B11F-89FF70985453}"/>
          </ac:picMkLst>
        </pc:picChg>
      </pc:sldChg>
      <pc:sldChg chg="addSp delSp modSp add del mod ord modTransition addAnim delAnim modAnim">
        <pc:chgData name="Simon Fong" userId="0989948daaec8292" providerId="LiveId" clId="{F12E0490-60F3-4147-9D04-93D87D41D5A0}" dt="2026-10-23T01:21:34.231" v="15685" actId="2696"/>
        <pc:sldMkLst>
          <pc:docMk/>
          <pc:sldMk cId="531339455" sldId="351"/>
        </pc:sldMkLst>
        <pc:spChg chg="mod">
          <ac:chgData name="Simon Fong" userId="0989948daaec8292" providerId="LiveId" clId="{F12E0490-60F3-4147-9D04-93D87D41D5A0}" dt="2026-10-22T22:26:20.166" v="14642" actId="207"/>
          <ac:spMkLst>
            <pc:docMk/>
            <pc:sldMk cId="531339455" sldId="351"/>
            <ac:spMk id="5" creationId="{A35F2965-0C69-E248-8D70-710C2BDE0975}"/>
          </ac:spMkLst>
        </pc:spChg>
        <pc:spChg chg="add mod">
          <ac:chgData name="Simon Fong" userId="0989948daaec8292" providerId="LiveId" clId="{F12E0490-60F3-4147-9D04-93D87D41D5A0}" dt="2026-10-22T20:53:06.720" v="13314" actId="20577"/>
          <ac:spMkLst>
            <pc:docMk/>
            <pc:sldMk cId="531339455" sldId="351"/>
            <ac:spMk id="10" creationId="{7CB697BE-5801-4974-06A4-1FA507ADBEAC}"/>
          </ac:spMkLst>
        </pc:spChg>
        <pc:spChg chg="mod">
          <ac:chgData name="Simon Fong" userId="0989948daaec8292" providerId="LiveId" clId="{F12E0490-60F3-4147-9D04-93D87D41D5A0}" dt="2026-10-22T20:53:25.187" v="13317" actId="255"/>
          <ac:spMkLst>
            <pc:docMk/>
            <pc:sldMk cId="531339455" sldId="351"/>
            <ac:spMk id="21" creationId="{796B01BE-0A41-168A-ED76-93E134234257}"/>
          </ac:spMkLst>
        </pc:spChg>
        <pc:picChg chg="add mod">
          <ac:chgData name="Simon Fong" userId="0989948daaec8292" providerId="LiveId" clId="{F12E0490-60F3-4147-9D04-93D87D41D5A0}" dt="2026-10-22T20:54:09.777" v="13430" actId="1037"/>
          <ac:picMkLst>
            <pc:docMk/>
            <pc:sldMk cId="531339455" sldId="351"/>
            <ac:picMk id="2" creationId="{ADE4FCBA-10C7-73F0-6979-FBAD0FCD5338}"/>
          </ac:picMkLst>
        </pc:picChg>
        <pc:picChg chg="mod">
          <ac:chgData name="Simon Fong" userId="0989948daaec8292" providerId="LiveId" clId="{F12E0490-60F3-4147-9D04-93D87D41D5A0}" dt="2026-10-22T20:53:45.897" v="13332" actId="1037"/>
          <ac:picMkLst>
            <pc:docMk/>
            <pc:sldMk cId="531339455" sldId="351"/>
            <ac:picMk id="3" creationId="{7E876343-6FCE-7A6B-90CC-9261318EFF4B}"/>
          </ac:picMkLst>
        </pc:picChg>
        <pc:picChg chg="mod">
          <ac:chgData name="Simon Fong" userId="0989948daaec8292" providerId="LiveId" clId="{F12E0490-60F3-4147-9D04-93D87D41D5A0}" dt="2026-10-22T20:54:04.655" v="13401" actId="1038"/>
          <ac:picMkLst>
            <pc:docMk/>
            <pc:sldMk cId="531339455" sldId="351"/>
            <ac:picMk id="7" creationId="{8FE380F7-2A70-7FE1-DEA3-EF59681DB035}"/>
          </ac:picMkLst>
        </pc:picChg>
        <pc:picChg chg="mod">
          <ac:chgData name="Simon Fong" userId="0989948daaec8292" providerId="LiveId" clId="{F12E0490-60F3-4147-9D04-93D87D41D5A0}" dt="2026-10-22T20:53:54.978" v="13370" actId="1038"/>
          <ac:picMkLst>
            <pc:docMk/>
            <pc:sldMk cId="531339455" sldId="351"/>
            <ac:picMk id="8" creationId="{E2DBBC87-DBF4-4F70-96DD-9AB60111A7BD}"/>
          </ac:picMkLst>
        </pc:picChg>
        <pc:picChg chg="add mod">
          <ac:chgData name="Simon Fong" userId="0989948daaec8292" providerId="LiveId" clId="{F12E0490-60F3-4147-9D04-93D87D41D5A0}" dt="2026-10-22T20:48:09.932" v="13183" actId="1076"/>
          <ac:picMkLst>
            <pc:docMk/>
            <pc:sldMk cId="531339455" sldId="351"/>
            <ac:picMk id="9" creationId="{D815F994-293D-B066-0393-EA93F1187401}"/>
          </ac:picMkLst>
        </pc:picChg>
        <pc:picChg chg="add mod modCrop">
          <ac:chgData name="Simon Fong" userId="0989948daaec8292" providerId="LiveId" clId="{F12E0490-60F3-4147-9D04-93D87D41D5A0}" dt="2026-10-22T22:24:45.263" v="14614" actId="1076"/>
          <ac:picMkLst>
            <pc:docMk/>
            <pc:sldMk cId="531339455" sldId="351"/>
            <ac:picMk id="12" creationId="{67D437F7-1E99-79AC-C7F6-0F9B1713870D}"/>
          </ac:picMkLst>
        </pc:picChg>
        <pc:picChg chg="add del mod">
          <ac:chgData name="Simon Fong" userId="0989948daaec8292" providerId="LiveId" clId="{F12E0490-60F3-4147-9D04-93D87D41D5A0}" dt="2026-10-22T21:03:03.200" v="13508" actId="478"/>
          <ac:picMkLst>
            <pc:docMk/>
            <pc:sldMk cId="531339455" sldId="351"/>
            <ac:picMk id="14" creationId="{E756DB28-BF6F-BAD7-D7E2-27461D5E6F2F}"/>
          </ac:picMkLst>
        </pc:picChg>
      </pc:sldChg>
      <pc:sldChg chg="addSp delSp modSp add mod modTransition addAnim delAnim modAnim modNotesTx">
        <pc:chgData name="Simon Fong" userId="0989948daaec8292" providerId="LiveId" clId="{F12E0490-60F3-4147-9D04-93D87D41D5A0}" dt="2026-10-23T18:09:53.770" v="16266" actId="207"/>
        <pc:sldMkLst>
          <pc:docMk/>
          <pc:sldMk cId="3746039619" sldId="354"/>
        </pc:sldMkLst>
        <pc:spChg chg="mod">
          <ac:chgData name="Simon Fong" userId="0989948daaec8292" providerId="LiveId" clId="{F12E0490-60F3-4147-9D04-93D87D41D5A0}" dt="2026-10-23T01:15:59.774" v="15583"/>
          <ac:spMkLst>
            <pc:docMk/>
            <pc:sldMk cId="3746039619" sldId="354"/>
            <ac:spMk id="2" creationId="{71F4FAB4-09B7-EB32-768D-B4308FE8B1ED}"/>
          </ac:spMkLst>
        </pc:spChg>
        <pc:spChg chg="mod">
          <ac:chgData name="Simon Fong" userId="0989948daaec8292" providerId="LiveId" clId="{F12E0490-60F3-4147-9D04-93D87D41D5A0}" dt="2026-10-23T18:09:53.770" v="16266" actId="207"/>
          <ac:spMkLst>
            <pc:docMk/>
            <pc:sldMk cId="3746039619" sldId="354"/>
            <ac:spMk id="5" creationId="{E4947C39-FB44-13AB-6D85-5B4536E612D4}"/>
          </ac:spMkLst>
        </pc:spChg>
        <pc:picChg chg="add del">
          <ac:chgData name="Simon Fong" userId="0989948daaec8292" providerId="LiveId" clId="{F12E0490-60F3-4147-9D04-93D87D41D5A0}" dt="2026-10-22T20:47:00.907" v="13179" actId="22"/>
          <ac:picMkLst>
            <pc:docMk/>
            <pc:sldMk cId="3746039619" sldId="354"/>
            <ac:picMk id="4" creationId="{2CC261FB-F928-DA65-C7E5-892B3C5845A5}"/>
          </ac:picMkLst>
        </pc:picChg>
      </pc:sldChg>
      <pc:sldChg chg="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277277012" sldId="355"/>
        </pc:sldMkLst>
        <pc:spChg chg="mod">
          <ac:chgData name="Simon Fong" userId="0989948daaec8292" providerId="LiveId" clId="{F12E0490-60F3-4147-9D04-93D87D41D5A0}" dt="2026-10-22T00:13:50.387" v="12084" actId="20577"/>
          <ac:spMkLst>
            <pc:docMk/>
            <pc:sldMk cId="277277012" sldId="355"/>
            <ac:spMk id="5" creationId="{3B16619F-43D0-A37C-B795-5857B441898A}"/>
          </ac:spMkLst>
        </pc:spChg>
        <pc:spChg chg="mod">
          <ac:chgData name="Simon Fong" userId="0989948daaec8292" providerId="LiveId" clId="{F12E0490-60F3-4147-9D04-93D87D41D5A0}" dt="2026-10-22T00:11:27.690" v="12033"/>
          <ac:spMkLst>
            <pc:docMk/>
            <pc:sldMk cId="277277012" sldId="355"/>
            <ac:spMk id="21" creationId="{95AA2652-E4FE-90A0-B535-A88153F01217}"/>
          </ac:spMkLst>
        </pc:spChg>
        <pc:picChg chg="mod modCrop">
          <ac:chgData name="Simon Fong" userId="0989948daaec8292" providerId="LiveId" clId="{F12E0490-60F3-4147-9D04-93D87D41D5A0}" dt="2026-10-22T00:13:54.070" v="12085" actId="1076"/>
          <ac:picMkLst>
            <pc:docMk/>
            <pc:sldMk cId="277277012" sldId="355"/>
            <ac:picMk id="3" creationId="{859B8CB6-3F21-E154-2434-2BF1496C7719}"/>
          </ac:picMkLst>
        </pc:picChg>
      </pc:sldChg>
      <pc:sldChg chg="modSp add del mod ord addAnim delAnim modAnim">
        <pc:chgData name="Simon Fong" userId="0989948daaec8292" providerId="LiveId" clId="{F12E0490-60F3-4147-9D04-93D87D41D5A0}" dt="2026-10-23T01:15:23.549" v="15582" actId="47"/>
        <pc:sldMkLst>
          <pc:docMk/>
          <pc:sldMk cId="3195708841" sldId="355"/>
        </pc:sldMkLst>
        <pc:spChg chg="mod">
          <ac:chgData name="Simon Fong" userId="0989948daaec8292" providerId="LiveId" clId="{F12E0490-60F3-4147-9D04-93D87D41D5A0}" dt="2026-10-22T22:30:17.764" v="14686" actId="207"/>
          <ac:spMkLst>
            <pc:docMk/>
            <pc:sldMk cId="3195708841" sldId="355"/>
            <ac:spMk id="5" creationId="{70F814E2-6E01-C13E-F6C8-9BAF8DB49AE6}"/>
          </ac:spMkLst>
        </pc:spChg>
        <pc:picChg chg="mod modCrop">
          <ac:chgData name="Simon Fong" userId="0989948daaec8292" providerId="LiveId" clId="{F12E0490-60F3-4147-9D04-93D87D41D5A0}" dt="2026-10-22T22:28:41.412" v="14670" actId="1076"/>
          <ac:picMkLst>
            <pc:docMk/>
            <pc:sldMk cId="3195708841" sldId="355"/>
            <ac:picMk id="12" creationId="{74B3F203-9D17-B138-3DF9-50A22C385F92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3T19:56:56.356" v="16953" actId="207"/>
        <pc:sldMkLst>
          <pc:docMk/>
          <pc:sldMk cId="3274906172" sldId="355"/>
        </pc:sldMkLst>
        <pc:spChg chg="mod">
          <ac:chgData name="Simon Fong" userId="0989948daaec8292" providerId="LiveId" clId="{F12E0490-60F3-4147-9D04-93D87D41D5A0}" dt="2026-10-23T01:18:22.177" v="15609"/>
          <ac:spMkLst>
            <pc:docMk/>
            <pc:sldMk cId="3274906172" sldId="355"/>
            <ac:spMk id="2" creationId="{23E25D59-58A3-7854-B826-158C6AC2A878}"/>
          </ac:spMkLst>
        </pc:spChg>
        <pc:spChg chg="mod">
          <ac:chgData name="Simon Fong" userId="0989948daaec8292" providerId="LiveId" clId="{F12E0490-60F3-4147-9D04-93D87D41D5A0}" dt="2026-10-23T01:19:25.947" v="15657" actId="20577"/>
          <ac:spMkLst>
            <pc:docMk/>
            <pc:sldMk cId="3274906172" sldId="355"/>
            <ac:spMk id="5" creationId="{297C47D2-BC10-55D6-48AF-759CA96267BF}"/>
          </ac:spMkLst>
        </pc:spChg>
        <pc:spChg chg="add mod">
          <ac:chgData name="Simon Fong" userId="0989948daaec8292" providerId="LiveId" clId="{F12E0490-60F3-4147-9D04-93D87D41D5A0}" dt="2026-10-23T01:19:08.037" v="15618" actId="767"/>
          <ac:spMkLst>
            <pc:docMk/>
            <pc:sldMk cId="3274906172" sldId="355"/>
            <ac:spMk id="6" creationId="{C5457A84-2A5A-32B7-3F62-FBC00D8A712C}"/>
          </ac:spMkLst>
        </pc:spChg>
        <pc:graphicFrameChg chg="add del modGraphic">
          <ac:chgData name="Simon Fong" userId="0989948daaec8292" providerId="LiveId" clId="{F12E0490-60F3-4147-9D04-93D87D41D5A0}" dt="2026-10-23T01:18:51.704" v="15614" actId="3680"/>
          <ac:graphicFrameMkLst>
            <pc:docMk/>
            <pc:sldMk cId="3274906172" sldId="355"/>
            <ac:graphicFrameMk id="3" creationId="{284F31C8-53DC-A589-9206-47AB0D9FA205}"/>
          </ac:graphicFrameMkLst>
        </pc:graphicFrameChg>
        <pc:graphicFrameChg chg="add del mod">
          <ac:chgData name="Simon Fong" userId="0989948daaec8292" providerId="LiveId" clId="{F12E0490-60F3-4147-9D04-93D87D41D5A0}" dt="2026-10-23T01:19:08.852" v="15620" actId="3680"/>
          <ac:graphicFrameMkLst>
            <pc:docMk/>
            <pc:sldMk cId="3274906172" sldId="355"/>
            <ac:graphicFrameMk id="4" creationId="{9B514B0A-5FFB-5ADE-627A-954A3523CF4C}"/>
          </ac:graphicFrameMkLst>
        </pc:graphicFrameChg>
        <pc:graphicFrameChg chg="add mod modGraphic">
          <ac:chgData name="Simon Fong" userId="0989948daaec8292" providerId="LiveId" clId="{F12E0490-60F3-4147-9D04-93D87D41D5A0}" dt="2026-10-23T19:56:56.356" v="16953" actId="207"/>
          <ac:graphicFrameMkLst>
            <pc:docMk/>
            <pc:sldMk cId="3274906172" sldId="355"/>
            <ac:graphicFrameMk id="7" creationId="{8385603F-27AF-F9C5-D560-9E605E886CDE}"/>
          </ac:graphicFrameMkLst>
        </pc:graphicFrameChg>
      </pc:sldChg>
      <pc:sldChg chg="new del">
        <pc:chgData name="Simon Fong" userId="0989948daaec8292" providerId="LiveId" clId="{F12E0490-60F3-4147-9D04-93D87D41D5A0}" dt="2026-10-22T20:46:56.229" v="13177" actId="2696"/>
        <pc:sldMkLst>
          <pc:docMk/>
          <pc:sldMk cId="4293041753" sldId="355"/>
        </pc:sldMkLst>
      </pc:sldChg>
      <pc:sldChg chg="delSp modSp add del mod addAnim delAnim modAnim">
        <pc:chgData name="Simon Fong" userId="0989948daaec8292" providerId="LiveId" clId="{F12E0490-60F3-4147-9D04-93D87D41D5A0}" dt="2026-10-22T20:46:08.199" v="13173" actId="47"/>
        <pc:sldMkLst>
          <pc:docMk/>
          <pc:sldMk cId="1028939191" sldId="356"/>
        </pc:sldMkLst>
        <pc:spChg chg="mod">
          <ac:chgData name="Simon Fong" userId="0989948daaec8292" providerId="LiveId" clId="{F12E0490-60F3-4147-9D04-93D87D41D5A0}" dt="2026-10-22T00:15:51.906" v="12109" actId="2710"/>
          <ac:spMkLst>
            <pc:docMk/>
            <pc:sldMk cId="1028939191" sldId="356"/>
            <ac:spMk id="5" creationId="{481C3462-A648-0CA7-73C5-439870A5DE04}"/>
          </ac:spMkLst>
        </pc:spChg>
        <pc:spChg chg="mod">
          <ac:chgData name="Simon Fong" userId="0989948daaec8292" providerId="LiveId" clId="{F12E0490-60F3-4147-9D04-93D87D41D5A0}" dt="2026-10-22T00:14:19.032" v="12087"/>
          <ac:spMkLst>
            <pc:docMk/>
            <pc:sldMk cId="1028939191" sldId="356"/>
            <ac:spMk id="21" creationId="{7D3FBF3C-B66C-200D-A887-99901987B27E}"/>
          </ac:spMkLst>
        </pc:spChg>
        <pc:picChg chg="del">
          <ac:chgData name="Simon Fong" userId="0989948daaec8292" providerId="LiveId" clId="{F12E0490-60F3-4147-9D04-93D87D41D5A0}" dt="2026-10-22T00:14:21.799" v="12088" actId="478"/>
          <ac:picMkLst>
            <pc:docMk/>
            <pc:sldMk cId="1028939191" sldId="356"/>
            <ac:picMk id="3" creationId="{2D35EBF2-31CF-4747-2BE9-83B18BB58316}"/>
          </ac:picMkLst>
        </pc:picChg>
      </pc:sldChg>
      <pc:sldChg chg="addSp modSp add mod ord modTransition addAnim delAnim modAnim">
        <pc:chgData name="Simon Fong" userId="0989948daaec8292" providerId="LiveId" clId="{F12E0490-60F3-4147-9D04-93D87D41D5A0}" dt="2026-10-23T19:54:47.439" v="16912" actId="6549"/>
        <pc:sldMkLst>
          <pc:docMk/>
          <pc:sldMk cId="2732703839" sldId="356"/>
        </pc:sldMkLst>
        <pc:spChg chg="mod">
          <ac:chgData name="Simon Fong" userId="0989948daaec8292" providerId="LiveId" clId="{F12E0490-60F3-4147-9D04-93D87D41D5A0}" dt="2026-10-23T01:21:46.975" v="15689"/>
          <ac:spMkLst>
            <pc:docMk/>
            <pc:sldMk cId="2732703839" sldId="356"/>
            <ac:spMk id="2" creationId="{100A77E4-2CA8-F4FC-8E1A-CA838262346A}"/>
          </ac:spMkLst>
        </pc:spChg>
        <pc:spChg chg="mod">
          <ac:chgData name="Simon Fong" userId="0989948daaec8292" providerId="LiveId" clId="{F12E0490-60F3-4147-9D04-93D87D41D5A0}" dt="2026-10-23T19:54:47.439" v="16912" actId="6549"/>
          <ac:spMkLst>
            <pc:docMk/>
            <pc:sldMk cId="2732703839" sldId="356"/>
            <ac:spMk id="5" creationId="{86D39672-5DE8-912C-D166-82B9E9C2D32A}"/>
          </ac:spMkLst>
        </pc:spChg>
        <pc:picChg chg="add mod">
          <ac:chgData name="Simon Fong" userId="0989948daaec8292" providerId="LiveId" clId="{F12E0490-60F3-4147-9D04-93D87D41D5A0}" dt="2026-10-23T18:07:09.788" v="16223" actId="1076"/>
          <ac:picMkLst>
            <pc:docMk/>
            <pc:sldMk cId="2732703839" sldId="356"/>
            <ac:picMk id="4" creationId="{089A90CA-2906-AD3F-80C3-C95C4F32CB29}"/>
          </ac:picMkLst>
        </pc:picChg>
      </pc:sldChg>
      <pc:sldChg chg="addSp delSp modSp add del mod">
        <pc:chgData name="Simon Fong" userId="0989948daaec8292" providerId="LiveId" clId="{F12E0490-60F3-4147-9D04-93D87D41D5A0}" dt="2026-10-22T21:09:39.966" v="13576" actId="2696"/>
        <pc:sldMkLst>
          <pc:docMk/>
          <pc:sldMk cId="3671880178" sldId="356"/>
        </pc:sldMkLst>
        <pc:spChg chg="mod">
          <ac:chgData name="Simon Fong" userId="0989948daaec8292" providerId="LiveId" clId="{F12E0490-60F3-4147-9D04-93D87D41D5A0}" dt="2026-10-22T21:07:32.930" v="13560" actId="113"/>
          <ac:spMkLst>
            <pc:docMk/>
            <pc:sldMk cId="3671880178" sldId="356"/>
            <ac:spMk id="5" creationId="{49AAEAF6-F709-22E4-E540-62C9E536120E}"/>
          </ac:spMkLst>
        </pc:spChg>
        <pc:picChg chg="add mod modCrop">
          <ac:chgData name="Simon Fong" userId="0989948daaec8292" providerId="LiveId" clId="{F12E0490-60F3-4147-9D04-93D87D41D5A0}" dt="2026-10-22T21:08:32.133" v="13566" actId="1076"/>
          <ac:picMkLst>
            <pc:docMk/>
            <pc:sldMk cId="3671880178" sldId="356"/>
            <ac:picMk id="11" creationId="{981EA599-8F9A-DA72-C7AC-E9BBE2FF75C7}"/>
          </ac:picMkLst>
        </pc:picChg>
        <pc:picChg chg="del">
          <ac:chgData name="Simon Fong" userId="0989948daaec8292" providerId="LiveId" clId="{F12E0490-60F3-4147-9D04-93D87D41D5A0}" dt="2026-10-22T21:06:38.392" v="13537" actId="478"/>
          <ac:picMkLst>
            <pc:docMk/>
            <pc:sldMk cId="3671880178" sldId="356"/>
            <ac:picMk id="12" creationId="{62A0B59E-64CE-3BD6-95B8-02061390CADD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3T19:54:39.769" v="16910" actId="6549"/>
        <pc:sldMkLst>
          <pc:docMk/>
          <pc:sldMk cId="601809000" sldId="357"/>
        </pc:sldMkLst>
        <pc:spChg chg="mod">
          <ac:chgData name="Simon Fong" userId="0989948daaec8292" providerId="LiveId" clId="{F12E0490-60F3-4147-9D04-93D87D41D5A0}" dt="2026-10-23T01:23:45.820" v="15723"/>
          <ac:spMkLst>
            <pc:docMk/>
            <pc:sldMk cId="601809000" sldId="357"/>
            <ac:spMk id="2" creationId="{3E6C6116-412C-0665-E606-D36AC5D1168E}"/>
          </ac:spMkLst>
        </pc:spChg>
        <pc:spChg chg="mod">
          <ac:chgData name="Simon Fong" userId="0989948daaec8292" providerId="LiveId" clId="{F12E0490-60F3-4147-9D04-93D87D41D5A0}" dt="2026-10-23T19:54:39.769" v="16910" actId="6549"/>
          <ac:spMkLst>
            <pc:docMk/>
            <pc:sldMk cId="601809000" sldId="357"/>
            <ac:spMk id="5" creationId="{1EBABF02-3508-AACF-34CF-A7F995CCCE84}"/>
          </ac:spMkLst>
        </pc:spChg>
        <pc:picChg chg="add mod modCrop">
          <ac:chgData name="Simon Fong" userId="0989948daaec8292" providerId="LiveId" clId="{F12E0490-60F3-4147-9D04-93D87D41D5A0}" dt="2026-10-23T18:13:57.394" v="16306" actId="1076"/>
          <ac:picMkLst>
            <pc:docMk/>
            <pc:sldMk cId="601809000" sldId="357"/>
            <ac:picMk id="4" creationId="{570F67D3-3472-17E2-BC06-1C32D943438A}"/>
          </ac:picMkLst>
        </pc:picChg>
      </pc:sldChg>
      <pc:sldChg chg="modSp add del mod or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2917318535" sldId="357"/>
        </pc:sldMkLst>
        <pc:spChg chg="mod">
          <ac:chgData name="Simon Fong" userId="0989948daaec8292" providerId="LiveId" clId="{F12E0490-60F3-4147-9D04-93D87D41D5A0}" dt="2026-10-22T02:00:49.218" v="12766" actId="6549"/>
          <ac:spMkLst>
            <pc:docMk/>
            <pc:sldMk cId="2917318535" sldId="357"/>
            <ac:spMk id="5" creationId="{F0C06953-F12E-ADFB-C65A-9D0A03A13B69}"/>
          </ac:spMkLst>
        </pc:spChg>
        <pc:spChg chg="mod">
          <ac:chgData name="Simon Fong" userId="0989948daaec8292" providerId="LiveId" clId="{F12E0490-60F3-4147-9D04-93D87D41D5A0}" dt="2026-10-22T00:18:36.624" v="12113"/>
          <ac:spMkLst>
            <pc:docMk/>
            <pc:sldMk cId="2917318535" sldId="357"/>
            <ac:spMk id="21" creationId="{79882648-9762-1483-3CEA-6C41BF3B7169}"/>
          </ac:spMkLst>
        </pc:spChg>
        <pc:picChg chg="mod modCrop">
          <ac:chgData name="Simon Fong" userId="0989948daaec8292" providerId="LiveId" clId="{F12E0490-60F3-4147-9D04-93D87D41D5A0}" dt="2026-10-22T02:20:23.568" v="13100" actId="1076"/>
          <ac:picMkLst>
            <pc:docMk/>
            <pc:sldMk cId="2917318535" sldId="357"/>
            <ac:picMk id="3" creationId="{9C55635D-66DE-880D-0687-A7E0323A2608}"/>
          </ac:picMkLst>
        </pc:picChg>
      </pc:sldChg>
      <pc:sldChg chg="addSp delSp modSp add del mod modTransition addAnim delAnim modAnim modNotesTx">
        <pc:chgData name="Simon Fong" userId="0989948daaec8292" providerId="LiveId" clId="{F12E0490-60F3-4147-9D04-93D87D41D5A0}" dt="2026-10-23T01:15:23.549" v="15582" actId="47"/>
        <pc:sldMkLst>
          <pc:docMk/>
          <pc:sldMk cId="3980393624" sldId="357"/>
        </pc:sldMkLst>
        <pc:spChg chg="mod">
          <ac:chgData name="Simon Fong" userId="0989948daaec8292" providerId="LiveId" clId="{F12E0490-60F3-4147-9D04-93D87D41D5A0}" dt="2026-10-22T23:21:11.819" v="14955" actId="5793"/>
          <ac:spMkLst>
            <pc:docMk/>
            <pc:sldMk cId="3980393624" sldId="357"/>
            <ac:spMk id="5" creationId="{8F8E6F78-645C-4AF7-A41E-1E059A2AB138}"/>
          </ac:spMkLst>
        </pc:spChg>
        <pc:picChg chg="add mod">
          <ac:chgData name="Simon Fong" userId="0989948daaec8292" providerId="LiveId" clId="{F12E0490-60F3-4147-9D04-93D87D41D5A0}" dt="2026-10-22T21:12:18.292" v="13632" actId="1076"/>
          <ac:picMkLst>
            <pc:docMk/>
            <pc:sldMk cId="3980393624" sldId="357"/>
            <ac:picMk id="11" creationId="{17AC4E7A-0717-0C43-842A-64C6B5646B09}"/>
          </ac:picMkLst>
        </pc:picChg>
        <pc:picChg chg="del">
          <ac:chgData name="Simon Fong" userId="0989948daaec8292" providerId="LiveId" clId="{F12E0490-60F3-4147-9D04-93D87D41D5A0}" dt="2026-10-22T21:09:59.567" v="13577" actId="478"/>
          <ac:picMkLst>
            <pc:docMk/>
            <pc:sldMk cId="3980393624" sldId="357"/>
            <ac:picMk id="12" creationId="{F3CD043F-BAD4-E0C8-F75A-865F0E9E4E14}"/>
          </ac:picMkLst>
        </pc:picChg>
        <pc:picChg chg="add mod">
          <ac:chgData name="Simon Fong" userId="0989948daaec8292" providerId="LiveId" clId="{F12E0490-60F3-4147-9D04-93D87D41D5A0}" dt="2026-10-22T22:57:45.363" v="14704" actId="1076"/>
          <ac:picMkLst>
            <pc:docMk/>
            <pc:sldMk cId="3980393624" sldId="357"/>
            <ac:picMk id="14" creationId="{B89FE1CE-299C-683E-A26F-077DD34B1752}"/>
          </ac:picMkLst>
        </pc:picChg>
      </pc:sldChg>
      <pc:sldChg chg="addSp delSp modSp add del mod ord modTransition addAnim delAnim modAnim">
        <pc:chgData name="Simon Fong" userId="0989948daaec8292" providerId="LiveId" clId="{F12E0490-60F3-4147-9D04-93D87D41D5A0}" dt="2026-10-23T01:15:23.549" v="15582" actId="47"/>
        <pc:sldMkLst>
          <pc:docMk/>
          <pc:sldMk cId="592933134" sldId="358"/>
        </pc:sldMkLst>
        <pc:spChg chg="mod">
          <ac:chgData name="Simon Fong" userId="0989948daaec8292" providerId="LiveId" clId="{F12E0490-60F3-4147-9D04-93D87D41D5A0}" dt="2026-10-22T22:27:59.078" v="14662" actId="207"/>
          <ac:spMkLst>
            <pc:docMk/>
            <pc:sldMk cId="592933134" sldId="358"/>
            <ac:spMk id="5" creationId="{F1CD8918-C36A-BD0E-52D0-2CE5372D66B4}"/>
          </ac:spMkLst>
        </pc:spChg>
        <pc:picChg chg="del">
          <ac:chgData name="Simon Fong" userId="0989948daaec8292" providerId="LiveId" clId="{F12E0490-60F3-4147-9D04-93D87D41D5A0}" dt="2026-10-22T21:09:17.036" v="13572" actId="478"/>
          <ac:picMkLst>
            <pc:docMk/>
            <pc:sldMk cId="592933134" sldId="358"/>
            <ac:picMk id="11" creationId="{46056628-B887-09C6-A993-DCC0D8F012D3}"/>
          </ac:picMkLst>
        </pc:picChg>
        <pc:picChg chg="add del mod modCrop">
          <ac:chgData name="Simon Fong" userId="0989948daaec8292" providerId="LiveId" clId="{F12E0490-60F3-4147-9D04-93D87D41D5A0}" dt="2026-10-22T21:24:55.433" v="13724" actId="1076"/>
          <ac:picMkLst>
            <pc:docMk/>
            <pc:sldMk cId="592933134" sldId="358"/>
            <ac:picMk id="12" creationId="{A3E5DB0B-EF2F-2865-233A-B6B1CE447CA8}"/>
          </ac:picMkLst>
        </pc:picChg>
        <pc:picChg chg="add del mod modCrop">
          <ac:chgData name="Simon Fong" userId="0989948daaec8292" providerId="LiveId" clId="{F12E0490-60F3-4147-9D04-93D87D41D5A0}" dt="2026-10-22T21:23:45.992" v="13708" actId="931"/>
          <ac:picMkLst>
            <pc:docMk/>
            <pc:sldMk cId="592933134" sldId="358"/>
            <ac:picMk id="14" creationId="{1BD3BABC-B21E-D025-9D53-2E41EEF798D1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3T19:55:14.999" v="16919" actId="6549"/>
        <pc:sldMkLst>
          <pc:docMk/>
          <pc:sldMk cId="684344015" sldId="358"/>
        </pc:sldMkLst>
        <pc:spChg chg="mod">
          <ac:chgData name="Simon Fong" userId="0989948daaec8292" providerId="LiveId" clId="{F12E0490-60F3-4147-9D04-93D87D41D5A0}" dt="2026-10-23T01:25:42.310" v="15780"/>
          <ac:spMkLst>
            <pc:docMk/>
            <pc:sldMk cId="684344015" sldId="358"/>
            <ac:spMk id="2" creationId="{953C96F8-A5E5-DFF7-3A83-D1B46F2B91DA}"/>
          </ac:spMkLst>
        </pc:spChg>
        <pc:spChg chg="mod">
          <ac:chgData name="Simon Fong" userId="0989948daaec8292" providerId="LiveId" clId="{F12E0490-60F3-4147-9D04-93D87D41D5A0}" dt="2026-10-23T19:55:14.999" v="16919" actId="6549"/>
          <ac:spMkLst>
            <pc:docMk/>
            <pc:sldMk cId="684344015" sldId="358"/>
            <ac:spMk id="5" creationId="{91D8AB1C-3A15-3290-EB64-3D5886E9EBAC}"/>
          </ac:spMkLst>
        </pc:spChg>
        <pc:picChg chg="add del mod">
          <ac:chgData name="Simon Fong" userId="0989948daaec8292" providerId="LiveId" clId="{F12E0490-60F3-4147-9D04-93D87D41D5A0}" dt="2026-10-23T18:16:53.809" v="16339" actId="478"/>
          <ac:picMkLst>
            <pc:docMk/>
            <pc:sldMk cId="684344015" sldId="358"/>
            <ac:picMk id="4" creationId="{5D25C553-7EDA-BC0C-0595-665B3728EA67}"/>
          </ac:picMkLst>
        </pc:picChg>
        <pc:picChg chg="add mod">
          <ac:chgData name="Simon Fong" userId="0989948daaec8292" providerId="LiveId" clId="{F12E0490-60F3-4147-9D04-93D87D41D5A0}" dt="2026-10-23T18:17:12.602" v="16344" actId="14100"/>
          <ac:picMkLst>
            <pc:docMk/>
            <pc:sldMk cId="684344015" sldId="358"/>
            <ac:picMk id="7" creationId="{55E583EE-99E4-D7FE-2EB6-64EBBA80B155}"/>
          </ac:picMkLst>
        </pc:picChg>
      </pc:sldChg>
      <pc:sldChg chg="addSp delSp modSp add del mod">
        <pc:chgData name="Simon Fong" userId="0989948daaec8292" providerId="LiveId" clId="{F12E0490-60F3-4147-9D04-93D87D41D5A0}" dt="2026-10-22T00:27:05.763" v="12199" actId="2696"/>
        <pc:sldMkLst>
          <pc:docMk/>
          <pc:sldMk cId="2956813664" sldId="358"/>
        </pc:sldMkLst>
        <pc:spChg chg="mod">
          <ac:chgData name="Simon Fong" userId="0989948daaec8292" providerId="LiveId" clId="{F12E0490-60F3-4147-9D04-93D87D41D5A0}" dt="2026-10-22T00:23:46.367" v="12168" actId="20577"/>
          <ac:spMkLst>
            <pc:docMk/>
            <pc:sldMk cId="2956813664" sldId="358"/>
            <ac:spMk id="5" creationId="{9EA5E178-E724-E42F-280E-4B8D3920EA07}"/>
          </ac:spMkLst>
        </pc:spChg>
        <pc:spChg chg="add del mod">
          <ac:chgData name="Simon Fong" userId="0989948daaec8292" providerId="LiveId" clId="{F12E0490-60F3-4147-9D04-93D87D41D5A0}" dt="2026-10-22T00:24:53.363" v="12177"/>
          <ac:spMkLst>
            <pc:docMk/>
            <pc:sldMk cId="2956813664" sldId="358"/>
            <ac:spMk id="7" creationId="{0CCF6F7F-9788-33D0-7F9E-7433DF452DFA}"/>
          </ac:spMkLst>
        </pc:spChg>
        <pc:spChg chg="add del mod">
          <ac:chgData name="Simon Fong" userId="0989948daaec8292" providerId="LiveId" clId="{F12E0490-60F3-4147-9D04-93D87D41D5A0}" dt="2026-10-22T00:24:55.349" v="12180"/>
          <ac:spMkLst>
            <pc:docMk/>
            <pc:sldMk cId="2956813664" sldId="358"/>
            <ac:spMk id="8" creationId="{4A139D51-2BA5-FAA4-757B-5C04A077B5C9}"/>
          </ac:spMkLst>
        </pc:spChg>
        <pc:spChg chg="add mod">
          <ac:chgData name="Simon Fong" userId="0989948daaec8292" providerId="LiveId" clId="{F12E0490-60F3-4147-9D04-93D87D41D5A0}" dt="2026-10-22T00:25:11.769" v="12185" actId="14100"/>
          <ac:spMkLst>
            <pc:docMk/>
            <pc:sldMk cId="2956813664" sldId="358"/>
            <ac:spMk id="9" creationId="{E14141B3-46D1-155E-D91C-831863B87610}"/>
          </ac:spMkLst>
        </pc:spChg>
        <pc:spChg chg="mod">
          <ac:chgData name="Simon Fong" userId="0989948daaec8292" providerId="LiveId" clId="{F12E0490-60F3-4147-9D04-93D87D41D5A0}" dt="2026-10-22T00:22:39.856" v="12160"/>
          <ac:spMkLst>
            <pc:docMk/>
            <pc:sldMk cId="2956813664" sldId="358"/>
            <ac:spMk id="21" creationId="{510D768A-68C3-6B51-76C8-C56126965EAE}"/>
          </ac:spMkLst>
        </pc:spChg>
        <pc:graphicFrameChg chg="add del mod">
          <ac:chgData name="Simon Fong" userId="0989948daaec8292" providerId="LiveId" clId="{F12E0490-60F3-4147-9D04-93D87D41D5A0}" dt="2026-10-22T00:23:21.385" v="12164" actId="478"/>
          <ac:graphicFrameMkLst>
            <pc:docMk/>
            <pc:sldMk cId="2956813664" sldId="358"/>
            <ac:graphicFrameMk id="2" creationId="{0A02F53D-CC0E-64BD-C4C7-259DF4E11CDA}"/>
          </ac:graphicFrameMkLst>
        </pc:graphicFrameChg>
        <pc:graphicFrameChg chg="add mod modGraphic">
          <ac:chgData name="Simon Fong" userId="0989948daaec8292" providerId="LiveId" clId="{F12E0490-60F3-4147-9D04-93D87D41D5A0}" dt="2026-10-22T00:24:36.628" v="12174" actId="1076"/>
          <ac:graphicFrameMkLst>
            <pc:docMk/>
            <pc:sldMk cId="2956813664" sldId="358"/>
            <ac:graphicFrameMk id="6" creationId="{88A3F183-8A82-EACD-718B-1F10168A635D}"/>
          </ac:graphicFrameMkLst>
        </pc:graphicFrameChg>
        <pc:picChg chg="del">
          <ac:chgData name="Simon Fong" userId="0989948daaec8292" providerId="LiveId" clId="{F12E0490-60F3-4147-9D04-93D87D41D5A0}" dt="2026-10-22T00:24:17.934" v="12173" actId="478"/>
          <ac:picMkLst>
            <pc:docMk/>
            <pc:sldMk cId="2956813664" sldId="358"/>
            <ac:picMk id="3" creationId="{ABF8296C-AB47-9E35-B0B4-65DAF5770FC4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3T19:55:48.401" v="16947" actId="6549"/>
        <pc:sldMkLst>
          <pc:docMk/>
          <pc:sldMk cId="1350499745" sldId="359"/>
        </pc:sldMkLst>
        <pc:spChg chg="mod">
          <ac:chgData name="Simon Fong" userId="0989948daaec8292" providerId="LiveId" clId="{F12E0490-60F3-4147-9D04-93D87D41D5A0}" dt="2026-10-23T01:26:56.056" v="15837"/>
          <ac:spMkLst>
            <pc:docMk/>
            <pc:sldMk cId="1350499745" sldId="359"/>
            <ac:spMk id="2" creationId="{D18EBEE2-3054-07A8-1A15-E2F081005DB1}"/>
          </ac:spMkLst>
        </pc:spChg>
        <pc:spChg chg="mod">
          <ac:chgData name="Simon Fong" userId="0989948daaec8292" providerId="LiveId" clId="{F12E0490-60F3-4147-9D04-93D87D41D5A0}" dt="2026-10-23T19:55:48.401" v="16947" actId="6549"/>
          <ac:spMkLst>
            <pc:docMk/>
            <pc:sldMk cId="1350499745" sldId="359"/>
            <ac:spMk id="5" creationId="{616B6D21-9B66-6E77-7554-629B105C119A}"/>
          </ac:spMkLst>
        </pc:spChg>
        <pc:picChg chg="add mod modCrop">
          <ac:chgData name="Simon Fong" userId="0989948daaec8292" providerId="LiveId" clId="{F12E0490-60F3-4147-9D04-93D87D41D5A0}" dt="2026-10-23T18:20:58.080" v="16386" actId="14100"/>
          <ac:picMkLst>
            <pc:docMk/>
            <pc:sldMk cId="1350499745" sldId="359"/>
            <ac:picMk id="4" creationId="{7C3CA967-0B75-97A9-3492-ECDC5F6F32EC}"/>
          </ac:picMkLst>
        </pc:picChg>
      </pc:sldChg>
      <pc:sldChg chg="addSp modSp add del mod ord addAnim delAnim modAnim">
        <pc:chgData name="Simon Fong" userId="0989948daaec8292" providerId="LiveId" clId="{F12E0490-60F3-4147-9D04-93D87D41D5A0}" dt="2026-10-23T01:15:23.549" v="15582" actId="47"/>
        <pc:sldMkLst>
          <pc:docMk/>
          <pc:sldMk cId="1353365902" sldId="359"/>
        </pc:sldMkLst>
        <pc:spChg chg="mod">
          <ac:chgData name="Simon Fong" userId="0989948daaec8292" providerId="LiveId" clId="{F12E0490-60F3-4147-9D04-93D87D41D5A0}" dt="2026-10-22T21:51:48.796" v="14155" actId="20577"/>
          <ac:spMkLst>
            <pc:docMk/>
            <pc:sldMk cId="1353365902" sldId="359"/>
            <ac:spMk id="5" creationId="{661CE339-E311-CC4F-60EF-9875B7624855}"/>
          </ac:spMkLst>
        </pc:spChg>
        <pc:picChg chg="mod">
          <ac:chgData name="Simon Fong" userId="0989948daaec8292" providerId="LiveId" clId="{F12E0490-60F3-4147-9D04-93D87D41D5A0}" dt="2026-10-22T21:14:51.688" v="13636" actId="14826"/>
          <ac:picMkLst>
            <pc:docMk/>
            <pc:sldMk cId="1353365902" sldId="359"/>
            <ac:picMk id="2" creationId="{BE69148E-66C1-A3EA-A168-06A788641493}"/>
          </ac:picMkLst>
        </pc:picChg>
        <pc:picChg chg="add">
          <ac:chgData name="Simon Fong" userId="0989948daaec8292" providerId="LiveId" clId="{F12E0490-60F3-4147-9D04-93D87D41D5A0}" dt="2026-10-22T21:15:00.171" v="13637" actId="22"/>
          <ac:picMkLst>
            <pc:docMk/>
            <pc:sldMk cId="1353365902" sldId="359"/>
            <ac:picMk id="11" creationId="{4902D3AB-7143-2F64-C7E6-E1B7E3677BFF}"/>
          </ac:picMkLst>
        </pc:picChg>
        <pc:picChg chg="mod modCrop">
          <ac:chgData name="Simon Fong" userId="0989948daaec8292" providerId="LiveId" clId="{F12E0490-60F3-4147-9D04-93D87D41D5A0}" dt="2026-10-22T21:18:58.359" v="13661" actId="1076"/>
          <ac:picMkLst>
            <pc:docMk/>
            <pc:sldMk cId="1353365902" sldId="359"/>
            <ac:picMk id="12" creationId="{1A3EBE49-4A9E-AD83-1EEF-E53FF89013FA}"/>
          </ac:picMkLst>
        </pc:picChg>
      </pc:sldChg>
      <pc:sldChg chg="addSp delSp modSp add del mod addAnim delAnim modAnim">
        <pc:chgData name="Simon Fong" userId="0989948daaec8292" providerId="LiveId" clId="{F12E0490-60F3-4147-9D04-93D87D41D5A0}" dt="2026-10-22T20:46:08.199" v="13173" actId="47"/>
        <pc:sldMkLst>
          <pc:docMk/>
          <pc:sldMk cId="2673231998" sldId="359"/>
        </pc:sldMkLst>
        <pc:spChg chg="mod">
          <ac:chgData name="Simon Fong" userId="0989948daaec8292" providerId="LiveId" clId="{F12E0490-60F3-4147-9D04-93D87D41D5A0}" dt="2026-10-22T00:26:19.895" v="12193" actId="20577"/>
          <ac:spMkLst>
            <pc:docMk/>
            <pc:sldMk cId="2673231998" sldId="359"/>
            <ac:spMk id="5" creationId="{3D937263-7297-6B67-D20E-465FE4286101}"/>
          </ac:spMkLst>
        </pc:spChg>
        <pc:spChg chg="mod">
          <ac:chgData name="Simon Fong" userId="0989948daaec8292" providerId="LiveId" clId="{F12E0490-60F3-4147-9D04-93D87D41D5A0}" dt="2026-10-22T00:25:57.961" v="12187"/>
          <ac:spMkLst>
            <pc:docMk/>
            <pc:sldMk cId="2673231998" sldId="359"/>
            <ac:spMk id="21" creationId="{6E734685-880D-D3F1-A977-3DC0A8655645}"/>
          </ac:spMkLst>
        </pc:spChg>
        <pc:graphicFrameChg chg="add mod modGraphic">
          <ac:chgData name="Simon Fong" userId="0989948daaec8292" providerId="LiveId" clId="{F12E0490-60F3-4147-9D04-93D87D41D5A0}" dt="2026-10-22T02:21:00.712" v="13102" actId="207"/>
          <ac:graphicFrameMkLst>
            <pc:docMk/>
            <pc:sldMk cId="2673231998" sldId="359"/>
            <ac:graphicFrameMk id="6" creationId="{E1C121CC-EB46-09BB-1AA9-CF80F62F8C3B}"/>
          </ac:graphicFrameMkLst>
        </pc:graphicFrameChg>
        <pc:picChg chg="del">
          <ac:chgData name="Simon Fong" userId="0989948daaec8292" providerId="LiveId" clId="{F12E0490-60F3-4147-9D04-93D87D41D5A0}" dt="2026-10-22T00:26:28.862" v="12195" actId="478"/>
          <ac:picMkLst>
            <pc:docMk/>
            <pc:sldMk cId="2673231998" sldId="359"/>
            <ac:picMk id="3" creationId="{02A58818-0BB5-DB40-DAC8-B3C95D9C211F}"/>
          </ac:picMkLst>
        </pc:picChg>
      </pc:sldChg>
      <pc:sldChg chg="addSp delSp modSp add del mod addAnim delAnim modAnim">
        <pc:chgData name="Simon Fong" userId="0989948daaec8292" providerId="LiveId" clId="{F12E0490-60F3-4147-9D04-93D87D41D5A0}" dt="2026-10-22T20:46:08.199" v="13173" actId="47"/>
        <pc:sldMkLst>
          <pc:docMk/>
          <pc:sldMk cId="318809019" sldId="360"/>
        </pc:sldMkLst>
        <pc:spChg chg="mod">
          <ac:chgData name="Simon Fong" userId="0989948daaec8292" providerId="LiveId" clId="{F12E0490-60F3-4147-9D04-93D87D41D5A0}" dt="2026-10-22T00:28:10.265" v="12220" actId="20577"/>
          <ac:spMkLst>
            <pc:docMk/>
            <pc:sldMk cId="318809019" sldId="360"/>
            <ac:spMk id="5" creationId="{E9113683-13B1-0D01-D6B0-10021ED6CFD5}"/>
          </ac:spMkLst>
        </pc:spChg>
        <pc:graphicFrameChg chg="del">
          <ac:chgData name="Simon Fong" userId="0989948daaec8292" providerId="LiveId" clId="{F12E0490-60F3-4147-9D04-93D87D41D5A0}" dt="2026-10-22T00:26:51.687" v="12198" actId="478"/>
          <ac:graphicFrameMkLst>
            <pc:docMk/>
            <pc:sldMk cId="318809019" sldId="360"/>
            <ac:graphicFrameMk id="6" creationId="{E167BD00-6E28-C473-595A-18426981A001}"/>
          </ac:graphicFrameMkLst>
        </pc:graphicFrameChg>
        <pc:picChg chg="add mod modCrop">
          <ac:chgData name="Simon Fong" userId="0989948daaec8292" providerId="LiveId" clId="{F12E0490-60F3-4147-9D04-93D87D41D5A0}" dt="2026-10-22T00:28:29.259" v="12223" actId="1076"/>
          <ac:picMkLst>
            <pc:docMk/>
            <pc:sldMk cId="318809019" sldId="360"/>
            <ac:picMk id="3" creationId="{7841CB9E-3136-1775-6DE5-29E270DE7D0B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3T19:53:05.450" v="16864"/>
        <pc:sldMkLst>
          <pc:docMk/>
          <pc:sldMk cId="2180661445" sldId="360"/>
        </pc:sldMkLst>
        <pc:spChg chg="mod">
          <ac:chgData name="Simon Fong" userId="0989948daaec8292" providerId="LiveId" clId="{F12E0490-60F3-4147-9D04-93D87D41D5A0}" dt="2026-10-23T01:28:21.452" v="15909"/>
          <ac:spMkLst>
            <pc:docMk/>
            <pc:sldMk cId="2180661445" sldId="360"/>
            <ac:spMk id="2" creationId="{01B7C5DD-9F76-AE36-9E5A-4E3226FF9F2A}"/>
          </ac:spMkLst>
        </pc:spChg>
        <pc:spChg chg="mod">
          <ac:chgData name="Simon Fong" userId="0989948daaec8292" providerId="LiveId" clId="{F12E0490-60F3-4147-9D04-93D87D41D5A0}" dt="2026-10-23T18:21:55.586" v="16416" actId="20577"/>
          <ac:spMkLst>
            <pc:docMk/>
            <pc:sldMk cId="2180661445" sldId="360"/>
            <ac:spMk id="5" creationId="{B77F0BEB-046E-A96A-CB91-3387B9904E54}"/>
          </ac:spMkLst>
        </pc:spChg>
        <pc:graphicFrameChg chg="add mod modGraphic">
          <ac:chgData name="Simon Fong" userId="0989948daaec8292" providerId="LiveId" clId="{F12E0490-60F3-4147-9D04-93D87D41D5A0}" dt="2026-10-23T18:23:49.371" v="16436" actId="2711"/>
          <ac:graphicFrameMkLst>
            <pc:docMk/>
            <pc:sldMk cId="2180661445" sldId="360"/>
            <ac:graphicFrameMk id="4" creationId="{09607C0B-CE3D-F7E4-16B6-B33DA203DA30}"/>
          </ac:graphicFrameMkLst>
        </pc:graphicFrameChg>
      </pc:sldChg>
      <pc:sldChg chg="addSp delSp modSp add del mod modTransition addAnim delAnim modAnim">
        <pc:chgData name="Simon Fong" userId="0989948daaec8292" providerId="LiveId" clId="{F12E0490-60F3-4147-9D04-93D87D41D5A0}" dt="2026-10-23T01:15:23.549" v="15582" actId="47"/>
        <pc:sldMkLst>
          <pc:docMk/>
          <pc:sldMk cId="2977871333" sldId="360"/>
        </pc:sldMkLst>
        <pc:spChg chg="mod">
          <ac:chgData name="Simon Fong" userId="0989948daaec8292" providerId="LiveId" clId="{F12E0490-60F3-4147-9D04-93D87D41D5A0}" dt="2026-10-22T21:51:58.641" v="14157" actId="20577"/>
          <ac:spMkLst>
            <pc:docMk/>
            <pc:sldMk cId="2977871333" sldId="360"/>
            <ac:spMk id="5" creationId="{28EEC22B-13AD-F2B2-49E1-712DE0D2668C}"/>
          </ac:spMkLst>
        </pc:spChg>
        <pc:picChg chg="del">
          <ac:chgData name="Simon Fong" userId="0989948daaec8292" providerId="LiveId" clId="{F12E0490-60F3-4147-9D04-93D87D41D5A0}" dt="2026-10-22T21:26:33.927" v="13766" actId="478"/>
          <ac:picMkLst>
            <pc:docMk/>
            <pc:sldMk cId="2977871333" sldId="360"/>
            <ac:picMk id="12" creationId="{9F8A9C27-528F-FDB5-7606-F5C65117DB9A}"/>
          </ac:picMkLst>
        </pc:picChg>
        <pc:picChg chg="add mod modCrop">
          <ac:chgData name="Simon Fong" userId="0989948daaec8292" providerId="LiveId" clId="{F12E0490-60F3-4147-9D04-93D87D41D5A0}" dt="2026-10-22T21:27:04.952" v="13773" actId="1076"/>
          <ac:picMkLst>
            <pc:docMk/>
            <pc:sldMk cId="2977871333" sldId="360"/>
            <ac:picMk id="13" creationId="{48BAA501-9D58-C7E7-68CD-C2E4656B127E}"/>
          </ac:picMkLst>
        </pc:picChg>
      </pc:sldChg>
      <pc:sldChg chg="add del">
        <pc:chgData name="Simon Fong" userId="0989948daaec8292" providerId="LiveId" clId="{F12E0490-60F3-4147-9D04-93D87D41D5A0}" dt="2026-10-22T21:20:14.960" v="13665" actId="2696"/>
        <pc:sldMkLst>
          <pc:docMk/>
          <pc:sldMk cId="2710028855" sldId="361"/>
        </pc:sldMkLst>
      </pc:sldChg>
      <pc:sldChg chg="delSp modSp add del mod addAnim delAnim modAnim">
        <pc:chgData name="Simon Fong" userId="0989948daaec8292" providerId="LiveId" clId="{F12E0490-60F3-4147-9D04-93D87D41D5A0}" dt="2026-10-22T20:46:08.199" v="13173" actId="47"/>
        <pc:sldMkLst>
          <pc:docMk/>
          <pc:sldMk cId="3014092043" sldId="361"/>
        </pc:sldMkLst>
        <pc:spChg chg="mod">
          <ac:chgData name="Simon Fong" userId="0989948daaec8292" providerId="LiveId" clId="{F12E0490-60F3-4147-9D04-93D87D41D5A0}" dt="2026-10-22T00:30:53.975" v="12274" actId="255"/>
          <ac:spMkLst>
            <pc:docMk/>
            <pc:sldMk cId="3014092043" sldId="361"/>
            <ac:spMk id="5" creationId="{5C3DF611-88DA-8CD4-705C-FC539B6E230D}"/>
          </ac:spMkLst>
        </pc:spChg>
        <pc:spChg chg="mod">
          <ac:chgData name="Simon Fong" userId="0989948daaec8292" providerId="LiveId" clId="{F12E0490-60F3-4147-9D04-93D87D41D5A0}" dt="2026-10-22T00:29:10.687" v="12234" actId="20577"/>
          <ac:spMkLst>
            <pc:docMk/>
            <pc:sldMk cId="3014092043" sldId="361"/>
            <ac:spMk id="21" creationId="{A4FCECA6-66DC-BE43-A72E-91656B3A4238}"/>
          </ac:spMkLst>
        </pc:spChg>
        <pc:picChg chg="del mod">
          <ac:chgData name="Simon Fong" userId="0989948daaec8292" providerId="LiveId" clId="{F12E0490-60F3-4147-9D04-93D87D41D5A0}" dt="2026-10-22T00:31:22.151" v="12275" actId="478"/>
          <ac:picMkLst>
            <pc:docMk/>
            <pc:sldMk cId="3014092043" sldId="361"/>
            <ac:picMk id="3" creationId="{09826AC2-0158-A2B5-1CFB-E1AE774EAF0E}"/>
          </ac:picMkLst>
        </pc:picChg>
      </pc:sldChg>
      <pc:sldChg chg="modSp add del ord">
        <pc:chgData name="Simon Fong" userId="0989948daaec8292" providerId="LiveId" clId="{F12E0490-60F3-4147-9D04-93D87D41D5A0}" dt="2026-10-22T21:27:46.320" v="13778" actId="2696"/>
        <pc:sldMkLst>
          <pc:docMk/>
          <pc:sldMk cId="3861364695" sldId="361"/>
        </pc:sldMkLst>
        <pc:spChg chg="mod">
          <ac:chgData name="Simon Fong" userId="0989948daaec8292" providerId="LiveId" clId="{F12E0490-60F3-4147-9D04-93D87D41D5A0}" dt="2026-10-22T21:25:27.845" v="13728"/>
          <ac:spMkLst>
            <pc:docMk/>
            <pc:sldMk cId="3861364695" sldId="361"/>
            <ac:spMk id="5" creationId="{DB829E9A-6DC2-3069-8C84-A9955C9E153C}"/>
          </ac:spMkLst>
        </pc:spChg>
      </pc:sldChg>
      <pc:sldChg chg="modSp add del mod ord modTransition addAnim delAnim modAnim">
        <pc:chgData name="Simon Fong" userId="0989948daaec8292" providerId="LiveId" clId="{F12E0490-60F3-4147-9D04-93D87D41D5A0}" dt="2026-10-23T01:15:23.549" v="15582" actId="47"/>
        <pc:sldMkLst>
          <pc:docMk/>
          <pc:sldMk cId="4066566062" sldId="361"/>
        </pc:sldMkLst>
        <pc:spChg chg="mod">
          <ac:chgData name="Simon Fong" userId="0989948daaec8292" providerId="LiveId" clId="{F12E0490-60F3-4147-9D04-93D87D41D5A0}" dt="2026-10-22T21:52:08.121" v="14159" actId="20577"/>
          <ac:spMkLst>
            <pc:docMk/>
            <pc:sldMk cId="4066566062" sldId="361"/>
            <ac:spMk id="5" creationId="{8BA15C9D-59E5-FE82-29D2-E194695E2D60}"/>
          </ac:spMkLst>
        </pc:spChg>
        <pc:picChg chg="mod">
          <ac:chgData name="Simon Fong" userId="0989948daaec8292" providerId="LiveId" clId="{F12E0490-60F3-4147-9D04-93D87D41D5A0}" dt="2026-10-23T00:07:32.540" v="15505" actId="14826"/>
          <ac:picMkLst>
            <pc:docMk/>
            <pc:sldMk cId="4066566062" sldId="361"/>
            <ac:picMk id="12" creationId="{3C89AF18-421F-3D24-B00E-BFCD09B7ADDF}"/>
          </ac:picMkLst>
        </pc:picChg>
      </pc:sldChg>
      <pc:sldChg chg="addSp modSp add mod ord modTransition addAnim delAnim modAnim">
        <pc:chgData name="Simon Fong" userId="0989948daaec8292" providerId="LiveId" clId="{F12E0490-60F3-4147-9D04-93D87D41D5A0}" dt="2026-10-23T19:58:47.412" v="16954"/>
        <pc:sldMkLst>
          <pc:docMk/>
          <pc:sldMk cId="4288784844" sldId="361"/>
        </pc:sldMkLst>
        <pc:spChg chg="mod">
          <ac:chgData name="Simon Fong" userId="0989948daaec8292" providerId="LiveId" clId="{F12E0490-60F3-4147-9D04-93D87D41D5A0}" dt="2026-10-23T01:30:53.486" v="15940"/>
          <ac:spMkLst>
            <pc:docMk/>
            <pc:sldMk cId="4288784844" sldId="361"/>
            <ac:spMk id="2" creationId="{19111D08-17AB-5427-1817-1280CFE93FD5}"/>
          </ac:spMkLst>
        </pc:spChg>
        <pc:spChg chg="mod">
          <ac:chgData name="Simon Fong" userId="0989948daaec8292" providerId="LiveId" clId="{F12E0490-60F3-4147-9D04-93D87D41D5A0}" dt="2026-10-23T18:40:39.893" v="16491" actId="207"/>
          <ac:spMkLst>
            <pc:docMk/>
            <pc:sldMk cId="4288784844" sldId="361"/>
            <ac:spMk id="5" creationId="{D834EB94-95D9-64E9-97CD-877FB4004862}"/>
          </ac:spMkLst>
        </pc:spChg>
        <pc:picChg chg="add mod modCrop">
          <ac:chgData name="Simon Fong" userId="0989948daaec8292" providerId="LiveId" clId="{F12E0490-60F3-4147-9D04-93D87D41D5A0}" dt="2026-10-23T18:40:33.558" v="16490" actId="1076"/>
          <ac:picMkLst>
            <pc:docMk/>
            <pc:sldMk cId="4288784844" sldId="361"/>
            <ac:picMk id="4" creationId="{44802AF0-17C2-8DF5-8420-99EADAF05ADC}"/>
          </ac:picMkLst>
        </pc:picChg>
        <pc:picChg chg="add mod modCrop">
          <ac:chgData name="Simon Fong" userId="0989948daaec8292" providerId="LiveId" clId="{F12E0490-60F3-4147-9D04-93D87D41D5A0}" dt="2026-10-23T18:40:27.820" v="16489" actId="1076"/>
          <ac:picMkLst>
            <pc:docMk/>
            <pc:sldMk cId="4288784844" sldId="361"/>
            <ac:picMk id="7" creationId="{60FBF310-D16B-00BB-462C-79A756EB8ED0}"/>
          </ac:picMkLst>
        </pc:picChg>
      </pc:sldChg>
      <pc:sldChg chg="addSp delSp modSp add del mod ord modTransition addAnim delAnim modAnim">
        <pc:chgData name="Simon Fong" userId="0989948daaec8292" providerId="LiveId" clId="{F12E0490-60F3-4147-9D04-93D87D41D5A0}" dt="2026-10-23T01:15:23.549" v="15582" actId="47"/>
        <pc:sldMkLst>
          <pc:docMk/>
          <pc:sldMk cId="126842587" sldId="362"/>
        </pc:sldMkLst>
        <pc:spChg chg="mod">
          <ac:chgData name="Simon Fong" userId="0989948daaec8292" providerId="LiveId" clId="{F12E0490-60F3-4147-9D04-93D87D41D5A0}" dt="2026-10-22T21:52:27.970" v="14165" actId="6549"/>
          <ac:spMkLst>
            <pc:docMk/>
            <pc:sldMk cId="126842587" sldId="362"/>
            <ac:spMk id="5" creationId="{0388D87D-8730-1B10-90CF-5919058385F8}"/>
          </ac:spMkLst>
        </pc:spChg>
        <pc:picChg chg="add mod">
          <ac:chgData name="Simon Fong" userId="0989948daaec8292" providerId="LiveId" clId="{F12E0490-60F3-4147-9D04-93D87D41D5A0}" dt="2026-10-22T21:52:32.114" v="14166" actId="1076"/>
          <ac:picMkLst>
            <pc:docMk/>
            <pc:sldMk cId="126842587" sldId="362"/>
            <ac:picMk id="12" creationId="{28FE73C6-A4F8-785B-960B-3F17D069DEE2}"/>
          </ac:picMkLst>
        </pc:picChg>
        <pc:picChg chg="del">
          <ac:chgData name="Simon Fong" userId="0989948daaec8292" providerId="LiveId" clId="{F12E0490-60F3-4147-9D04-93D87D41D5A0}" dt="2026-10-22T21:32:13.290" v="13875" actId="478"/>
          <ac:picMkLst>
            <pc:docMk/>
            <pc:sldMk cId="126842587" sldId="362"/>
            <ac:picMk id="13" creationId="{B04BF399-591E-BDAF-6B1D-C6480E846248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3T20:00:46.419" v="16963"/>
        <pc:sldMkLst>
          <pc:docMk/>
          <pc:sldMk cId="1512662767" sldId="362"/>
        </pc:sldMkLst>
        <pc:spChg chg="mod">
          <ac:chgData name="Simon Fong" userId="0989948daaec8292" providerId="LiveId" clId="{F12E0490-60F3-4147-9D04-93D87D41D5A0}" dt="2026-10-23T01:32:07.033" v="15983"/>
          <ac:spMkLst>
            <pc:docMk/>
            <pc:sldMk cId="1512662767" sldId="362"/>
            <ac:spMk id="2" creationId="{FB6B58D8-8DB0-9F39-7C33-568689472A15}"/>
          </ac:spMkLst>
        </pc:spChg>
        <pc:spChg chg="mod">
          <ac:chgData name="Simon Fong" userId="0989948daaec8292" providerId="LiveId" clId="{F12E0490-60F3-4147-9D04-93D87D41D5A0}" dt="2026-10-23T19:59:29.494" v="16957" actId="207"/>
          <ac:spMkLst>
            <pc:docMk/>
            <pc:sldMk cId="1512662767" sldId="362"/>
            <ac:spMk id="5" creationId="{A2C6A2A8-56D8-EB3F-C6CF-8ACBD606881E}"/>
          </ac:spMkLst>
        </pc:spChg>
        <pc:spChg chg="add del mod">
          <ac:chgData name="Simon Fong" userId="0989948daaec8292" providerId="LiveId" clId="{F12E0490-60F3-4147-9D04-93D87D41D5A0}" dt="2026-10-23T18:43:40.520" v="16527"/>
          <ac:spMkLst>
            <pc:docMk/>
            <pc:sldMk cId="1512662767" sldId="362"/>
            <ac:spMk id="6" creationId="{EE9B1398-5BA2-CF53-55E4-6F998C451104}"/>
          </ac:spMkLst>
        </pc:spChg>
        <pc:spChg chg="add mod">
          <ac:chgData name="Simon Fong" userId="0989948daaec8292" providerId="LiveId" clId="{F12E0490-60F3-4147-9D04-93D87D41D5A0}" dt="2026-10-23T18:44:14.015" v="16541" actId="2711"/>
          <ac:spMkLst>
            <pc:docMk/>
            <pc:sldMk cId="1512662767" sldId="362"/>
            <ac:spMk id="7" creationId="{887F1577-DB0A-38C4-39B2-645BA7FF93A6}"/>
          </ac:spMkLst>
        </pc:spChg>
        <pc:grpChg chg="add mod">
          <ac:chgData name="Simon Fong" userId="0989948daaec8292" providerId="LiveId" clId="{F12E0490-60F3-4147-9D04-93D87D41D5A0}" dt="2026-10-23T18:44:09.573" v="16540" actId="164"/>
          <ac:grpSpMkLst>
            <pc:docMk/>
            <pc:sldMk cId="1512662767" sldId="362"/>
            <ac:grpSpMk id="8" creationId="{52EC96DA-FF19-BD62-313C-17E7342C3495}"/>
          </ac:grpSpMkLst>
        </pc:grpChg>
        <pc:picChg chg="add mod modCrop">
          <ac:chgData name="Simon Fong" userId="0989948daaec8292" providerId="LiveId" clId="{F12E0490-60F3-4147-9D04-93D87D41D5A0}" dt="2026-10-23T18:44:09.573" v="16540" actId="164"/>
          <ac:picMkLst>
            <pc:docMk/>
            <pc:sldMk cId="1512662767" sldId="362"/>
            <ac:picMk id="4" creationId="{7611E257-BC2C-9F9F-3F46-FC7D6DEF5E9F}"/>
          </ac:picMkLst>
        </pc:picChg>
      </pc:sldChg>
      <pc:sldChg chg="addSp modSp add del mod modTransition addAnim delAnim modAnim modNotesTx">
        <pc:chgData name="Simon Fong" userId="0989948daaec8292" providerId="LiveId" clId="{F12E0490-60F3-4147-9D04-93D87D41D5A0}" dt="2026-10-22T20:46:08.199" v="13173" actId="47"/>
        <pc:sldMkLst>
          <pc:docMk/>
          <pc:sldMk cId="2524875541" sldId="362"/>
        </pc:sldMkLst>
        <pc:spChg chg="mod">
          <ac:chgData name="Simon Fong" userId="0989948daaec8292" providerId="LiveId" clId="{F12E0490-60F3-4147-9D04-93D87D41D5A0}" dt="2026-10-22T00:34:53.062" v="12325" actId="207"/>
          <ac:spMkLst>
            <pc:docMk/>
            <pc:sldMk cId="2524875541" sldId="362"/>
            <ac:spMk id="5" creationId="{55E14342-C30B-B85F-F682-881F2F88C898}"/>
          </ac:spMkLst>
        </pc:spChg>
        <pc:spChg chg="mod">
          <ac:chgData name="Simon Fong" userId="0989948daaec8292" providerId="LiveId" clId="{F12E0490-60F3-4147-9D04-93D87D41D5A0}" dt="2026-10-22T00:31:56.272" v="12277"/>
          <ac:spMkLst>
            <pc:docMk/>
            <pc:sldMk cId="2524875541" sldId="362"/>
            <ac:spMk id="21" creationId="{D7AE9C4F-07FC-4C14-3150-24D82264B85D}"/>
          </ac:spMkLst>
        </pc:spChg>
        <pc:picChg chg="add mod modCrop">
          <ac:chgData name="Simon Fong" userId="0989948daaec8292" providerId="LiveId" clId="{F12E0490-60F3-4147-9D04-93D87D41D5A0}" dt="2026-10-22T00:35:18.545" v="12327" actId="1076"/>
          <ac:picMkLst>
            <pc:docMk/>
            <pc:sldMk cId="2524875541" sldId="362"/>
            <ac:picMk id="3" creationId="{8DFF4519-EFF3-1C51-A601-33CA0FF4FBE8}"/>
          </ac:picMkLst>
        </pc:picChg>
      </pc:sldChg>
      <pc:sldChg chg="addSp delSp modSp add del mod modTransition addAnim delAnim modAnim modNotesTx">
        <pc:chgData name="Simon Fong" userId="0989948daaec8292" providerId="LiveId" clId="{F12E0490-60F3-4147-9D04-93D87D41D5A0}" dt="2026-10-23T01:15:23.549" v="15582" actId="47"/>
        <pc:sldMkLst>
          <pc:docMk/>
          <pc:sldMk cId="1014788497" sldId="363"/>
        </pc:sldMkLst>
        <pc:spChg chg="mod">
          <ac:chgData name="Simon Fong" userId="0989948daaec8292" providerId="LiveId" clId="{F12E0490-60F3-4147-9D04-93D87D41D5A0}" dt="2026-10-22T23:21:19.190" v="14958" actId="5793"/>
          <ac:spMkLst>
            <pc:docMk/>
            <pc:sldMk cId="1014788497" sldId="363"/>
            <ac:spMk id="5" creationId="{87CF817C-CEA7-1C27-62F4-90DCB90CA052}"/>
          </ac:spMkLst>
        </pc:spChg>
        <pc:picChg chg="mod">
          <ac:chgData name="Simon Fong" userId="0989948daaec8292" providerId="LiveId" clId="{F12E0490-60F3-4147-9D04-93D87D41D5A0}" dt="2026-10-22T21:35:25.205" v="13950" actId="12789"/>
          <ac:picMkLst>
            <pc:docMk/>
            <pc:sldMk cId="1014788497" sldId="363"/>
            <ac:picMk id="2" creationId="{6F9C6B0B-F46C-771C-7C2E-8B3EFF99A78B}"/>
          </ac:picMkLst>
        </pc:picChg>
        <pc:picChg chg="mod">
          <ac:chgData name="Simon Fong" userId="0989948daaec8292" providerId="LiveId" clId="{F12E0490-60F3-4147-9D04-93D87D41D5A0}" dt="2026-10-22T21:35:25.205" v="13950" actId="12789"/>
          <ac:picMkLst>
            <pc:docMk/>
            <pc:sldMk cId="1014788497" sldId="363"/>
            <ac:picMk id="3" creationId="{17E1BCB0-15B3-723D-E564-13361E4587DE}"/>
          </ac:picMkLst>
        </pc:picChg>
        <pc:picChg chg="mod">
          <ac:chgData name="Simon Fong" userId="0989948daaec8292" providerId="LiveId" clId="{F12E0490-60F3-4147-9D04-93D87D41D5A0}" dt="2026-10-22T23:07:31.173" v="14817" actId="554"/>
          <ac:picMkLst>
            <pc:docMk/>
            <pc:sldMk cId="1014788497" sldId="363"/>
            <ac:picMk id="7" creationId="{3C78A0BB-B45F-04B9-13DD-ABE8D228290B}"/>
          </ac:picMkLst>
        </pc:picChg>
        <pc:picChg chg="mod">
          <ac:chgData name="Simon Fong" userId="0989948daaec8292" providerId="LiveId" clId="{F12E0490-60F3-4147-9D04-93D87D41D5A0}" dt="2026-10-22T21:35:25.205" v="13950" actId="12789"/>
          <ac:picMkLst>
            <pc:docMk/>
            <pc:sldMk cId="1014788497" sldId="363"/>
            <ac:picMk id="8" creationId="{E3534C46-7A82-6DC5-0A90-E6109E08E3E4}"/>
          </ac:picMkLst>
        </pc:picChg>
        <pc:picChg chg="mod">
          <ac:chgData name="Simon Fong" userId="0989948daaec8292" providerId="LiveId" clId="{F12E0490-60F3-4147-9D04-93D87D41D5A0}" dt="2026-10-22T21:35:34.743" v="13952" actId="555"/>
          <ac:picMkLst>
            <pc:docMk/>
            <pc:sldMk cId="1014788497" sldId="363"/>
            <ac:picMk id="11" creationId="{5B96467F-10A9-A4BF-5848-442F045B4543}"/>
          </ac:picMkLst>
        </pc:picChg>
        <pc:picChg chg="del">
          <ac:chgData name="Simon Fong" userId="0989948daaec8292" providerId="LiveId" clId="{F12E0490-60F3-4147-9D04-93D87D41D5A0}" dt="2026-10-22T21:34:43.669" v="13945" actId="478"/>
          <ac:picMkLst>
            <pc:docMk/>
            <pc:sldMk cId="1014788497" sldId="363"/>
            <ac:picMk id="12" creationId="{2E28B658-5C71-94A3-D779-A53E8CDEA8AC}"/>
          </ac:picMkLst>
        </pc:picChg>
        <pc:picChg chg="add mod">
          <ac:chgData name="Simon Fong" userId="0989948daaec8292" providerId="LiveId" clId="{F12E0490-60F3-4147-9D04-93D87D41D5A0}" dt="2026-10-22T21:35:34.743" v="13952" actId="555"/>
          <ac:picMkLst>
            <pc:docMk/>
            <pc:sldMk cId="1014788497" sldId="363"/>
            <ac:picMk id="13" creationId="{0A20B981-5A6B-07BC-1673-C16518BC5945}"/>
          </ac:picMkLst>
        </pc:picChg>
        <pc:picChg chg="add mod">
          <ac:chgData name="Simon Fong" userId="0989948daaec8292" providerId="LiveId" clId="{F12E0490-60F3-4147-9D04-93D87D41D5A0}" dt="2026-10-22T23:07:31.173" v="14817" actId="554"/>
          <ac:picMkLst>
            <pc:docMk/>
            <pc:sldMk cId="1014788497" sldId="363"/>
            <ac:picMk id="15" creationId="{9A34C78B-C1F2-FAA7-60B4-48B6F436C25B}"/>
          </ac:picMkLst>
        </pc:picChg>
      </pc:sldChg>
      <pc:sldChg chg="addSp modSp add mod modTransition addAnim delAnim modAnim">
        <pc:chgData name="Simon Fong" userId="0989948daaec8292" providerId="LiveId" clId="{F12E0490-60F3-4147-9D04-93D87D41D5A0}" dt="2026-10-23T20:00:55.021" v="16966"/>
        <pc:sldMkLst>
          <pc:docMk/>
          <pc:sldMk cId="1548100940" sldId="363"/>
        </pc:sldMkLst>
        <pc:spChg chg="mod">
          <ac:chgData name="Simon Fong" userId="0989948daaec8292" providerId="LiveId" clId="{F12E0490-60F3-4147-9D04-93D87D41D5A0}" dt="2026-10-23T01:33:14.366" v="16025" actId="255"/>
          <ac:spMkLst>
            <pc:docMk/>
            <pc:sldMk cId="1548100940" sldId="363"/>
            <ac:spMk id="2" creationId="{0E5FD519-2100-E5EC-537E-6A3194D046BA}"/>
          </ac:spMkLst>
        </pc:spChg>
        <pc:spChg chg="mod">
          <ac:chgData name="Simon Fong" userId="0989948daaec8292" providerId="LiveId" clId="{F12E0490-60F3-4147-9D04-93D87D41D5A0}" dt="2026-10-23T20:00:02.836" v="16958" actId="207"/>
          <ac:spMkLst>
            <pc:docMk/>
            <pc:sldMk cId="1548100940" sldId="363"/>
            <ac:spMk id="5" creationId="{34BD1894-3F3D-A750-7804-0748A135461B}"/>
          </ac:spMkLst>
        </pc:spChg>
        <pc:spChg chg="add mod">
          <ac:chgData name="Simon Fong" userId="0989948daaec8292" providerId="LiveId" clId="{F12E0490-60F3-4147-9D04-93D87D41D5A0}" dt="2026-10-23T18:47:30.628" v="16584" actId="2711"/>
          <ac:spMkLst>
            <pc:docMk/>
            <pc:sldMk cId="1548100940" sldId="363"/>
            <ac:spMk id="6" creationId="{2873DF88-652E-7BED-BCCA-23C633AD74A1}"/>
          </ac:spMkLst>
        </pc:spChg>
        <pc:grpChg chg="add mod">
          <ac:chgData name="Simon Fong" userId="0989948daaec8292" providerId="LiveId" clId="{F12E0490-60F3-4147-9D04-93D87D41D5A0}" dt="2026-10-23T18:47:25.846" v="16583" actId="164"/>
          <ac:grpSpMkLst>
            <pc:docMk/>
            <pc:sldMk cId="1548100940" sldId="363"/>
            <ac:grpSpMk id="7" creationId="{EF40684D-46CD-E6D2-26CA-00EC1199C4C1}"/>
          </ac:grpSpMkLst>
        </pc:grpChg>
        <pc:picChg chg="add mod">
          <ac:chgData name="Simon Fong" userId="0989948daaec8292" providerId="LiveId" clId="{F12E0490-60F3-4147-9D04-93D87D41D5A0}" dt="2026-10-23T18:47:25.846" v="16583" actId="164"/>
          <ac:picMkLst>
            <pc:docMk/>
            <pc:sldMk cId="1548100940" sldId="363"/>
            <ac:picMk id="4" creationId="{E6FBA619-4D1F-59EF-CE15-8FE623933BA4}"/>
          </ac:picMkLst>
        </pc:picChg>
      </pc:sldChg>
      <pc:sldChg chg="add del ord">
        <pc:chgData name="Simon Fong" userId="0989948daaec8292" providerId="LiveId" clId="{F12E0490-60F3-4147-9D04-93D87D41D5A0}" dt="2026-10-22T21:33:53.887" v="13885" actId="47"/>
        <pc:sldMkLst>
          <pc:docMk/>
          <pc:sldMk cId="2568031812" sldId="363"/>
        </pc:sldMkLst>
      </pc:sldChg>
      <pc:sldChg chg="delSp modSp add del mod modTransition addAnim delAnim modAnim modNotesTx">
        <pc:chgData name="Simon Fong" userId="0989948daaec8292" providerId="LiveId" clId="{F12E0490-60F3-4147-9D04-93D87D41D5A0}" dt="2026-10-22T20:46:08.199" v="13173" actId="47"/>
        <pc:sldMkLst>
          <pc:docMk/>
          <pc:sldMk cId="3583938646" sldId="363"/>
        </pc:sldMkLst>
        <pc:spChg chg="mod">
          <ac:chgData name="Simon Fong" userId="0989948daaec8292" providerId="LiveId" clId="{F12E0490-60F3-4147-9D04-93D87D41D5A0}" dt="2026-10-22T00:37:24.438" v="12397" actId="207"/>
          <ac:spMkLst>
            <pc:docMk/>
            <pc:sldMk cId="3583938646" sldId="363"/>
            <ac:spMk id="5" creationId="{7CE81FF4-820B-DA9C-D2EB-BB610C0B9C77}"/>
          </ac:spMkLst>
        </pc:spChg>
        <pc:spChg chg="mod">
          <ac:chgData name="Simon Fong" userId="0989948daaec8292" providerId="LiveId" clId="{F12E0490-60F3-4147-9D04-93D87D41D5A0}" dt="2026-10-22T00:36:11.171" v="12366" actId="6549"/>
          <ac:spMkLst>
            <pc:docMk/>
            <pc:sldMk cId="3583938646" sldId="363"/>
            <ac:spMk id="21" creationId="{0D5AC31B-3D50-11D5-6813-662410ABFBCC}"/>
          </ac:spMkLst>
        </pc:spChg>
        <pc:picChg chg="del">
          <ac:chgData name="Simon Fong" userId="0989948daaec8292" providerId="LiveId" clId="{F12E0490-60F3-4147-9D04-93D87D41D5A0}" dt="2026-10-22T00:35:47.275" v="12329" actId="478"/>
          <ac:picMkLst>
            <pc:docMk/>
            <pc:sldMk cId="3583938646" sldId="363"/>
            <ac:picMk id="3" creationId="{91B4F5B4-01ED-0249-704C-7347904EFC9A}"/>
          </ac:picMkLst>
        </pc:picChg>
      </pc:sldChg>
      <pc:sldChg chg="addSp modSp add del mod addAnim delAnim modAnim modNotesTx">
        <pc:chgData name="Simon Fong" userId="0989948daaec8292" providerId="LiveId" clId="{F12E0490-60F3-4147-9D04-93D87D41D5A0}" dt="2026-10-22T20:46:08.199" v="13173" actId="47"/>
        <pc:sldMkLst>
          <pc:docMk/>
          <pc:sldMk cId="407828345" sldId="364"/>
        </pc:sldMkLst>
        <pc:spChg chg="mod">
          <ac:chgData name="Simon Fong" userId="0989948daaec8292" providerId="LiveId" clId="{F12E0490-60F3-4147-9D04-93D87D41D5A0}" dt="2026-10-22T00:38:53.488" v="12448" actId="207"/>
          <ac:spMkLst>
            <pc:docMk/>
            <pc:sldMk cId="407828345" sldId="364"/>
            <ac:spMk id="5" creationId="{46690361-B4A0-378A-769B-5700CBE3DDE1}"/>
          </ac:spMkLst>
        </pc:spChg>
        <pc:spChg chg="mod">
          <ac:chgData name="Simon Fong" userId="0989948daaec8292" providerId="LiveId" clId="{F12E0490-60F3-4147-9D04-93D87D41D5A0}" dt="2026-10-22T00:38:11.077" v="12406"/>
          <ac:spMkLst>
            <pc:docMk/>
            <pc:sldMk cId="407828345" sldId="364"/>
            <ac:spMk id="21" creationId="{16D9CAB4-9021-E658-52C1-29CD153115F5}"/>
          </ac:spMkLst>
        </pc:spChg>
        <pc:picChg chg="add mod">
          <ac:chgData name="Simon Fong" userId="0989948daaec8292" providerId="LiveId" clId="{F12E0490-60F3-4147-9D04-93D87D41D5A0}" dt="2026-10-22T00:39:10.942" v="12451" actId="1076"/>
          <ac:picMkLst>
            <pc:docMk/>
            <pc:sldMk cId="407828345" sldId="364"/>
            <ac:picMk id="3" creationId="{D234B5A8-3337-0E9F-77AD-516D7B9FE54E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10-23T01:15:23.549" v="15582" actId="47"/>
        <pc:sldMkLst>
          <pc:docMk/>
          <pc:sldMk cId="2522285136" sldId="364"/>
        </pc:sldMkLst>
        <pc:spChg chg="mod">
          <ac:chgData name="Simon Fong" userId="0989948daaec8292" providerId="LiveId" clId="{F12E0490-60F3-4147-9D04-93D87D41D5A0}" dt="2026-10-22T21:54:01.137" v="14181" actId="20577"/>
          <ac:spMkLst>
            <pc:docMk/>
            <pc:sldMk cId="2522285136" sldId="364"/>
            <ac:spMk id="5" creationId="{A7DB90B4-EA1B-A4EE-1445-71C254DC567D}"/>
          </ac:spMkLst>
        </pc:spChg>
        <pc:picChg chg="add del mod modCrop">
          <ac:chgData name="Simon Fong" userId="0989948daaec8292" providerId="LiveId" clId="{F12E0490-60F3-4147-9D04-93D87D41D5A0}" dt="2026-10-22T21:45:56.806" v="14108" actId="478"/>
          <ac:picMkLst>
            <pc:docMk/>
            <pc:sldMk cId="2522285136" sldId="364"/>
            <ac:picMk id="12" creationId="{CCBCB25E-734D-9969-5C98-8AC26BE3D8C5}"/>
          </ac:picMkLst>
        </pc:picChg>
        <pc:picChg chg="add del mod modCrop">
          <ac:chgData name="Simon Fong" userId="0989948daaec8292" providerId="LiveId" clId="{F12E0490-60F3-4147-9D04-93D87D41D5A0}" dt="2026-10-22T21:45:57.569" v="14109" actId="478"/>
          <ac:picMkLst>
            <pc:docMk/>
            <pc:sldMk cId="2522285136" sldId="364"/>
            <ac:picMk id="15" creationId="{2FC60B6D-F6F0-8E9F-CD0A-195815E0EF65}"/>
          </ac:picMkLst>
        </pc:picChg>
        <pc:picChg chg="add mod">
          <ac:chgData name="Simon Fong" userId="0989948daaec8292" providerId="LiveId" clId="{F12E0490-60F3-4147-9D04-93D87D41D5A0}" dt="2026-10-22T21:54:04.534" v="14183" actId="1036"/>
          <ac:picMkLst>
            <pc:docMk/>
            <pc:sldMk cId="2522285136" sldId="364"/>
            <ac:picMk id="17" creationId="{45A8E994-1734-4FD2-FD01-DBF774B613C3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3T19:06:42.390" v="16826"/>
        <pc:sldMkLst>
          <pc:docMk/>
          <pc:sldMk cId="4035283747" sldId="364"/>
        </pc:sldMkLst>
        <pc:spChg chg="mod">
          <ac:chgData name="Simon Fong" userId="0989948daaec8292" providerId="LiveId" clId="{F12E0490-60F3-4147-9D04-93D87D41D5A0}" dt="2026-10-23T01:34:21.585" v="16061" actId="255"/>
          <ac:spMkLst>
            <pc:docMk/>
            <pc:sldMk cId="4035283747" sldId="364"/>
            <ac:spMk id="2" creationId="{6DF1591F-31EE-221E-F617-4B4450D31938}"/>
          </ac:spMkLst>
        </pc:spChg>
        <pc:spChg chg="mod">
          <ac:chgData name="Simon Fong" userId="0989948daaec8292" providerId="LiveId" clId="{F12E0490-60F3-4147-9D04-93D87D41D5A0}" dt="2026-10-23T18:54:35.408" v="16630" actId="1076"/>
          <ac:spMkLst>
            <pc:docMk/>
            <pc:sldMk cId="4035283747" sldId="364"/>
            <ac:spMk id="5" creationId="{6E4B818F-D6C7-D7EA-9E2C-9B9694A0F527}"/>
          </ac:spMkLst>
        </pc:spChg>
        <pc:spChg chg="add mod">
          <ac:chgData name="Simon Fong" userId="0989948daaec8292" providerId="LiveId" clId="{F12E0490-60F3-4147-9D04-93D87D41D5A0}" dt="2026-10-23T18:59:24.136" v="16667" actId="2711"/>
          <ac:spMkLst>
            <pc:docMk/>
            <pc:sldMk cId="4035283747" sldId="364"/>
            <ac:spMk id="18" creationId="{28A6498D-BAA2-FA7A-1DB1-1B717B5BA652}"/>
          </ac:spMkLst>
        </pc:spChg>
        <pc:spChg chg="mod">
          <ac:chgData name="Simon Fong" userId="0989948daaec8292" providerId="LiveId" clId="{F12E0490-60F3-4147-9D04-93D87D41D5A0}" dt="2026-10-23T19:00:06.902" v="16696" actId="122"/>
          <ac:spMkLst>
            <pc:docMk/>
            <pc:sldMk cId="4035283747" sldId="364"/>
            <ac:spMk id="22" creationId="{FF2D355C-7CFC-419B-E96F-6A5230F8A0A1}"/>
          </ac:spMkLst>
        </pc:spChg>
        <pc:spChg chg="mod">
          <ac:chgData name="Simon Fong" userId="0989948daaec8292" providerId="LiveId" clId="{F12E0490-60F3-4147-9D04-93D87D41D5A0}" dt="2026-10-23T19:01:44.335" v="16725" actId="20577"/>
          <ac:spMkLst>
            <pc:docMk/>
            <pc:sldMk cId="4035283747" sldId="364"/>
            <ac:spMk id="25" creationId="{04FE9FD7-EBE4-F0B5-35B0-67EA4A45B630}"/>
          </ac:spMkLst>
        </pc:spChg>
        <pc:spChg chg="mod">
          <ac:chgData name="Simon Fong" userId="0989948daaec8292" providerId="LiveId" clId="{F12E0490-60F3-4147-9D04-93D87D41D5A0}" dt="2026-10-23T19:01:21.730" v="16719"/>
          <ac:spMkLst>
            <pc:docMk/>
            <pc:sldMk cId="4035283747" sldId="364"/>
            <ac:spMk id="28" creationId="{4DCF9040-5AB7-0394-F397-552DE9B94375}"/>
          </ac:spMkLst>
        </pc:spChg>
        <pc:spChg chg="mod">
          <ac:chgData name="Simon Fong" userId="0989948daaec8292" providerId="LiveId" clId="{F12E0490-60F3-4147-9D04-93D87D41D5A0}" dt="2026-10-23T19:02:11.161" v="16737" actId="14826"/>
          <ac:spMkLst>
            <pc:docMk/>
            <pc:sldMk cId="4035283747" sldId="364"/>
            <ac:spMk id="31" creationId="{32C6F509-BDE6-AB5D-B567-F5B023B8BF35}"/>
          </ac:spMkLst>
        </pc:spChg>
        <pc:spChg chg="mod">
          <ac:chgData name="Simon Fong" userId="0989948daaec8292" providerId="LiveId" clId="{F12E0490-60F3-4147-9D04-93D87D41D5A0}" dt="2026-10-23T19:02:35.899" v="16741"/>
          <ac:spMkLst>
            <pc:docMk/>
            <pc:sldMk cId="4035283747" sldId="364"/>
            <ac:spMk id="34" creationId="{88D10238-85B3-D041-69B8-3A9B0F8A957E}"/>
          </ac:spMkLst>
        </pc:spChg>
        <pc:spChg chg="mod">
          <ac:chgData name="Simon Fong" userId="0989948daaec8292" providerId="LiveId" clId="{F12E0490-60F3-4147-9D04-93D87D41D5A0}" dt="2026-10-23T19:03:18.794" v="16747"/>
          <ac:spMkLst>
            <pc:docMk/>
            <pc:sldMk cId="4035283747" sldId="364"/>
            <ac:spMk id="37" creationId="{C752DD99-ECAA-1C96-EF60-4DEA2E98BDE9}"/>
          </ac:spMkLst>
        </pc:spChg>
        <pc:grpChg chg="add mod">
          <ac:chgData name="Simon Fong" userId="0989948daaec8292" providerId="LiveId" clId="{F12E0490-60F3-4147-9D04-93D87D41D5A0}" dt="2026-10-23T19:06:03.973" v="16817" actId="1036"/>
          <ac:grpSpMkLst>
            <pc:docMk/>
            <pc:sldMk cId="4035283747" sldId="364"/>
            <ac:grpSpMk id="19" creationId="{D79EA26C-61E7-6EED-0548-B922C672C36E}"/>
          </ac:grpSpMkLst>
        </pc:grpChg>
        <pc:grpChg chg="add mod">
          <ac:chgData name="Simon Fong" userId="0989948daaec8292" providerId="LiveId" clId="{F12E0490-60F3-4147-9D04-93D87D41D5A0}" dt="2026-10-23T19:06:03.973" v="16817" actId="1036"/>
          <ac:grpSpMkLst>
            <pc:docMk/>
            <pc:sldMk cId="4035283747" sldId="364"/>
            <ac:grpSpMk id="20" creationId="{BCB47EE0-C306-07F9-637E-C760218A9382}"/>
          </ac:grpSpMkLst>
        </pc:grpChg>
        <pc:grpChg chg="add mod">
          <ac:chgData name="Simon Fong" userId="0989948daaec8292" providerId="LiveId" clId="{F12E0490-60F3-4147-9D04-93D87D41D5A0}" dt="2026-10-23T19:04:48.736" v="16756" actId="164"/>
          <ac:grpSpMkLst>
            <pc:docMk/>
            <pc:sldMk cId="4035283747" sldId="364"/>
            <ac:grpSpMk id="23" creationId="{ABCD777E-92DE-EA1D-739F-C93496BDA15A}"/>
          </ac:grpSpMkLst>
        </pc:grpChg>
        <pc:grpChg chg="add mod">
          <ac:chgData name="Simon Fong" userId="0989948daaec8292" providerId="LiveId" clId="{F12E0490-60F3-4147-9D04-93D87D41D5A0}" dt="2026-10-23T19:06:03.973" v="16817" actId="1036"/>
          <ac:grpSpMkLst>
            <pc:docMk/>
            <pc:sldMk cId="4035283747" sldId="364"/>
            <ac:grpSpMk id="26" creationId="{5D6AEBDE-986D-7AE3-6684-F5CD305094E6}"/>
          </ac:grpSpMkLst>
        </pc:grpChg>
        <pc:grpChg chg="add mod">
          <ac:chgData name="Simon Fong" userId="0989948daaec8292" providerId="LiveId" clId="{F12E0490-60F3-4147-9D04-93D87D41D5A0}" dt="2026-10-23T19:04:48.736" v="16756" actId="164"/>
          <ac:grpSpMkLst>
            <pc:docMk/>
            <pc:sldMk cId="4035283747" sldId="364"/>
            <ac:grpSpMk id="29" creationId="{6972A7BC-B54C-F29F-FCAE-A78D2225DC7A}"/>
          </ac:grpSpMkLst>
        </pc:grpChg>
        <pc:grpChg chg="add mod">
          <ac:chgData name="Simon Fong" userId="0989948daaec8292" providerId="LiveId" clId="{F12E0490-60F3-4147-9D04-93D87D41D5A0}" dt="2026-10-23T19:04:48.736" v="16756" actId="164"/>
          <ac:grpSpMkLst>
            <pc:docMk/>
            <pc:sldMk cId="4035283747" sldId="364"/>
            <ac:grpSpMk id="32" creationId="{4625B173-C2B4-2BCA-60AE-70213238EE05}"/>
          </ac:grpSpMkLst>
        </pc:grpChg>
        <pc:grpChg chg="add mod">
          <ac:chgData name="Simon Fong" userId="0989948daaec8292" providerId="LiveId" clId="{F12E0490-60F3-4147-9D04-93D87D41D5A0}" dt="2026-10-23T19:04:48.736" v="16756" actId="164"/>
          <ac:grpSpMkLst>
            <pc:docMk/>
            <pc:sldMk cId="4035283747" sldId="364"/>
            <ac:grpSpMk id="35" creationId="{E201E18F-CD2B-A174-9D08-61EE4DCD0BC5}"/>
          </ac:grpSpMkLst>
        </pc:grpChg>
        <pc:grpChg chg="add mod">
          <ac:chgData name="Simon Fong" userId="0989948daaec8292" providerId="LiveId" clId="{F12E0490-60F3-4147-9D04-93D87D41D5A0}" dt="2026-10-23T19:06:03.973" v="16817" actId="1036"/>
          <ac:grpSpMkLst>
            <pc:docMk/>
            <pc:sldMk cId="4035283747" sldId="364"/>
            <ac:grpSpMk id="38" creationId="{3D624169-0980-F100-FC7D-A038051E4C07}"/>
          </ac:grpSpMkLst>
        </pc:grpChg>
        <pc:picChg chg="add mod">
          <ac:chgData name="Simon Fong" userId="0989948daaec8292" providerId="LiveId" clId="{F12E0490-60F3-4147-9D04-93D87D41D5A0}" dt="2026-10-23T19:00:19.923" v="16705" actId="1037"/>
          <ac:picMkLst>
            <pc:docMk/>
            <pc:sldMk cId="4035283747" sldId="364"/>
            <ac:picMk id="4" creationId="{90FA845C-CA0D-7CE4-A799-0145FEF18ABE}"/>
          </ac:picMkLst>
        </pc:picChg>
        <pc:picChg chg="add del mod">
          <ac:chgData name="Simon Fong" userId="0989948daaec8292" providerId="LiveId" clId="{F12E0490-60F3-4147-9D04-93D87D41D5A0}" dt="2026-10-23T18:59:44.878" v="16671" actId="478"/>
          <ac:picMkLst>
            <pc:docMk/>
            <pc:sldMk cId="4035283747" sldId="364"/>
            <ac:picMk id="7" creationId="{18FC892C-6FAF-2C64-8DD5-5B85577F5B64}"/>
          </ac:picMkLst>
        </pc:picChg>
        <pc:picChg chg="add del mod">
          <ac:chgData name="Simon Fong" userId="0989948daaec8292" providerId="LiveId" clId="{F12E0490-60F3-4147-9D04-93D87D41D5A0}" dt="2026-10-23T19:00:53.584" v="16709" actId="478"/>
          <ac:picMkLst>
            <pc:docMk/>
            <pc:sldMk cId="4035283747" sldId="364"/>
            <ac:picMk id="9" creationId="{1226B419-59C0-0DE9-42D7-3B4E4548F438}"/>
          </ac:picMkLst>
        </pc:picChg>
        <pc:picChg chg="add del mod">
          <ac:chgData name="Simon Fong" userId="0989948daaec8292" providerId="LiveId" clId="{F12E0490-60F3-4147-9D04-93D87D41D5A0}" dt="2026-10-23T19:01:53.310" v="16728" actId="478"/>
          <ac:picMkLst>
            <pc:docMk/>
            <pc:sldMk cId="4035283747" sldId="364"/>
            <ac:picMk id="11" creationId="{3A63F5BA-B079-959B-294C-98D244677DF1}"/>
          </ac:picMkLst>
        </pc:picChg>
        <pc:picChg chg="add del mod">
          <ac:chgData name="Simon Fong" userId="0989948daaec8292" providerId="LiveId" clId="{F12E0490-60F3-4147-9D04-93D87D41D5A0}" dt="2026-10-23T19:02:39.321" v="16742" actId="478"/>
          <ac:picMkLst>
            <pc:docMk/>
            <pc:sldMk cId="4035283747" sldId="364"/>
            <ac:picMk id="13" creationId="{7B0FD8B3-A8B7-05A5-9553-EAEFE19D26C9}"/>
          </ac:picMkLst>
        </pc:picChg>
        <pc:picChg chg="add del mod">
          <ac:chgData name="Simon Fong" userId="0989948daaec8292" providerId="LiveId" clId="{F12E0490-60F3-4147-9D04-93D87D41D5A0}" dt="2026-10-23T19:02:40.078" v="16743" actId="478"/>
          <ac:picMkLst>
            <pc:docMk/>
            <pc:sldMk cId="4035283747" sldId="364"/>
            <ac:picMk id="15" creationId="{42BD952E-071E-E05C-044D-53FF7287ACB8}"/>
          </ac:picMkLst>
        </pc:picChg>
        <pc:picChg chg="add del mod">
          <ac:chgData name="Simon Fong" userId="0989948daaec8292" providerId="LiveId" clId="{F12E0490-60F3-4147-9D04-93D87D41D5A0}" dt="2026-10-23T19:03:20.770" v="16748" actId="478"/>
          <ac:picMkLst>
            <pc:docMk/>
            <pc:sldMk cId="4035283747" sldId="364"/>
            <ac:picMk id="17" creationId="{22867393-CCE7-698B-56D6-C62CCE15A6C4}"/>
          </ac:picMkLst>
        </pc:picChg>
        <pc:picChg chg="mod">
          <ac:chgData name="Simon Fong" userId="0989948daaec8292" providerId="LiveId" clId="{F12E0490-60F3-4147-9D04-93D87D41D5A0}" dt="2026-10-23T19:00:13.222" v="16702" actId="1038"/>
          <ac:picMkLst>
            <pc:docMk/>
            <pc:sldMk cId="4035283747" sldId="364"/>
            <ac:picMk id="21" creationId="{AFFEDD9F-819F-71A5-FD3E-2E6FF847E404}"/>
          </ac:picMkLst>
        </pc:picChg>
        <pc:picChg chg="mod">
          <ac:chgData name="Simon Fong" userId="0989948daaec8292" providerId="LiveId" clId="{F12E0490-60F3-4147-9D04-93D87D41D5A0}" dt="2026-10-23T19:01:36.941" v="16721" actId="14826"/>
          <ac:picMkLst>
            <pc:docMk/>
            <pc:sldMk cId="4035283747" sldId="364"/>
            <ac:picMk id="24" creationId="{97F2D87F-1286-D622-780C-2133E7A46739}"/>
          </ac:picMkLst>
        </pc:picChg>
        <pc:picChg chg="mod">
          <ac:chgData name="Simon Fong" userId="0989948daaec8292" providerId="LiveId" clId="{F12E0490-60F3-4147-9D04-93D87D41D5A0}" dt="2026-10-23T19:01:21.730" v="16719"/>
          <ac:picMkLst>
            <pc:docMk/>
            <pc:sldMk cId="4035283747" sldId="364"/>
            <ac:picMk id="27" creationId="{367EF037-C545-B7BC-C4F3-092464ED819B}"/>
          </ac:picMkLst>
        </pc:picChg>
        <pc:picChg chg="mod">
          <ac:chgData name="Simon Fong" userId="0989948daaec8292" providerId="LiveId" clId="{F12E0490-60F3-4147-9D04-93D87D41D5A0}" dt="2026-10-23T19:02:11.161" v="16737" actId="14826"/>
          <ac:picMkLst>
            <pc:docMk/>
            <pc:sldMk cId="4035283747" sldId="364"/>
            <ac:picMk id="30" creationId="{5443365F-36F7-17DE-898F-C96039A4F6E8}"/>
          </ac:picMkLst>
        </pc:picChg>
        <pc:picChg chg="mod">
          <ac:chgData name="Simon Fong" userId="0989948daaec8292" providerId="LiveId" clId="{F12E0490-60F3-4147-9D04-93D87D41D5A0}" dt="2026-10-23T19:02:23.287" v="16740" actId="14826"/>
          <ac:picMkLst>
            <pc:docMk/>
            <pc:sldMk cId="4035283747" sldId="364"/>
            <ac:picMk id="33" creationId="{8D572BCB-4DFF-41D7-C866-AC662B6163AC}"/>
          </ac:picMkLst>
        </pc:picChg>
        <pc:picChg chg="mod">
          <ac:chgData name="Simon Fong" userId="0989948daaec8292" providerId="LiveId" clId="{F12E0490-60F3-4147-9D04-93D87D41D5A0}" dt="2026-10-23T19:03:09.011" v="16746" actId="14826"/>
          <ac:picMkLst>
            <pc:docMk/>
            <pc:sldMk cId="4035283747" sldId="364"/>
            <ac:picMk id="36" creationId="{1EF2A68D-F6CC-280F-DDB1-376F222BFEDF}"/>
          </ac:picMkLst>
        </pc:picChg>
      </pc:sldChg>
      <pc:sldChg chg="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723145510" sldId="365"/>
        </pc:sldMkLst>
        <pc:spChg chg="mod">
          <ac:chgData name="Simon Fong" userId="0989948daaec8292" providerId="LiveId" clId="{F12E0490-60F3-4147-9D04-93D87D41D5A0}" dt="2026-10-22T01:08:35.636" v="12481" actId="207"/>
          <ac:spMkLst>
            <pc:docMk/>
            <pc:sldMk cId="723145510" sldId="365"/>
            <ac:spMk id="5" creationId="{4C62939E-808A-CF29-D657-F70931C29AA0}"/>
          </ac:spMkLst>
        </pc:spChg>
        <pc:spChg chg="mod">
          <ac:chgData name="Simon Fong" userId="0989948daaec8292" providerId="LiveId" clId="{F12E0490-60F3-4147-9D04-93D87D41D5A0}" dt="2026-10-22T00:41:02.828" v="12453"/>
          <ac:spMkLst>
            <pc:docMk/>
            <pc:sldMk cId="723145510" sldId="365"/>
            <ac:spMk id="21" creationId="{89B965DA-85CD-BEAF-A30D-0FF98C18DCD3}"/>
          </ac:spMkLst>
        </pc:spChg>
        <pc:picChg chg="mod">
          <ac:chgData name="Simon Fong" userId="0989948daaec8292" providerId="LiveId" clId="{F12E0490-60F3-4147-9D04-93D87D41D5A0}" dt="2026-10-22T01:08:41.674" v="12483" actId="1076"/>
          <ac:picMkLst>
            <pc:docMk/>
            <pc:sldMk cId="723145510" sldId="365"/>
            <ac:picMk id="3" creationId="{0252FCE4-BFB8-C36A-2A6A-96B70298B575}"/>
          </ac:picMkLst>
        </pc:picChg>
      </pc:sldChg>
      <pc:sldChg chg="modSp add del mod ord modTransition addAnim delAnim modAnim">
        <pc:chgData name="Simon Fong" userId="0989948daaec8292" providerId="LiveId" clId="{F12E0490-60F3-4147-9D04-93D87D41D5A0}" dt="2026-10-23T01:15:23.549" v="15582" actId="47"/>
        <pc:sldMkLst>
          <pc:docMk/>
          <pc:sldMk cId="808248732" sldId="365"/>
        </pc:sldMkLst>
        <pc:spChg chg="mod">
          <ac:chgData name="Simon Fong" userId="0989948daaec8292" providerId="LiveId" clId="{F12E0490-60F3-4147-9D04-93D87D41D5A0}" dt="2026-10-22T21:53:38.652" v="14178" actId="255"/>
          <ac:spMkLst>
            <pc:docMk/>
            <pc:sldMk cId="808248732" sldId="365"/>
            <ac:spMk id="5" creationId="{56493DAE-F6EA-5721-9870-DE937B67C060}"/>
          </ac:spMkLst>
        </pc:spChg>
        <pc:picChg chg="mod">
          <ac:chgData name="Simon Fong" userId="0989948daaec8292" providerId="LiveId" clId="{F12E0490-60F3-4147-9D04-93D87D41D5A0}" dt="2026-10-22T23:09:50.968" v="14858" actId="1076"/>
          <ac:picMkLst>
            <pc:docMk/>
            <pc:sldMk cId="808248732" sldId="365"/>
            <ac:picMk id="15" creationId="{7DAA9408-F659-E0C4-99C1-7BB2D5E700B7}"/>
          </ac:picMkLst>
        </pc:picChg>
      </pc:sldChg>
      <pc:sldChg chg="addSp delSp modSp add mod modTransition addAnim delAnim modAnim">
        <pc:chgData name="Simon Fong" userId="0989948daaec8292" providerId="LiveId" clId="{F12E0490-60F3-4147-9D04-93D87D41D5A0}" dt="2026-10-23T19:09:04.840" v="16850"/>
        <pc:sldMkLst>
          <pc:docMk/>
          <pc:sldMk cId="1633303472" sldId="365"/>
        </pc:sldMkLst>
        <pc:spChg chg="mod">
          <ac:chgData name="Simon Fong" userId="0989948daaec8292" providerId="LiveId" clId="{F12E0490-60F3-4147-9D04-93D87D41D5A0}" dt="2026-10-23T01:35:25.767" v="16092"/>
          <ac:spMkLst>
            <pc:docMk/>
            <pc:sldMk cId="1633303472" sldId="365"/>
            <ac:spMk id="2" creationId="{EFEB5847-BA8B-EED2-25FA-5840EFA872CB}"/>
          </ac:spMkLst>
        </pc:spChg>
        <pc:spChg chg="add del">
          <ac:chgData name="Simon Fong" userId="0989948daaec8292" providerId="LiveId" clId="{F12E0490-60F3-4147-9D04-93D87D41D5A0}" dt="2026-10-23T01:35:35.646" v="16095" actId="22"/>
          <ac:spMkLst>
            <pc:docMk/>
            <pc:sldMk cId="1633303472" sldId="365"/>
            <ac:spMk id="4" creationId="{E81F46FC-1ABB-1A70-1923-AA304176B99E}"/>
          </ac:spMkLst>
        </pc:spChg>
        <pc:spChg chg="mod">
          <ac:chgData name="Simon Fong" userId="0989948daaec8292" providerId="LiveId" clId="{F12E0490-60F3-4147-9D04-93D87D41D5A0}" dt="2026-10-23T01:36:35.808" v="16142" actId="207"/>
          <ac:spMkLst>
            <pc:docMk/>
            <pc:sldMk cId="1633303472" sldId="365"/>
            <ac:spMk id="5" creationId="{9573AA45-CFFE-0832-76CF-810DDDDBC247}"/>
          </ac:spMkLst>
        </pc:spChg>
        <pc:spChg chg="add mod">
          <ac:chgData name="Simon Fong" userId="0989948daaec8292" providerId="LiveId" clId="{F12E0490-60F3-4147-9D04-93D87D41D5A0}" dt="2026-10-23T19:08:38.131" v="16834" actId="164"/>
          <ac:spMkLst>
            <pc:docMk/>
            <pc:sldMk cId="1633303472" sldId="365"/>
            <ac:spMk id="6" creationId="{37E87606-3CCF-90A9-0C0C-4CAC911D56A0}"/>
          </ac:spMkLst>
        </pc:spChg>
        <pc:grpChg chg="add mod">
          <ac:chgData name="Simon Fong" userId="0989948daaec8292" providerId="LiveId" clId="{F12E0490-60F3-4147-9D04-93D87D41D5A0}" dt="2026-10-23T19:08:41.290" v="16835" actId="1076"/>
          <ac:grpSpMkLst>
            <pc:docMk/>
            <pc:sldMk cId="1633303472" sldId="365"/>
            <ac:grpSpMk id="7" creationId="{5767A39F-AC7B-8D5D-48F2-443F49E9F485}"/>
          </ac:grpSpMkLst>
        </pc:grpChg>
        <pc:picChg chg="add mod">
          <ac:chgData name="Simon Fong" userId="0989948daaec8292" providerId="LiveId" clId="{F12E0490-60F3-4147-9D04-93D87D41D5A0}" dt="2026-10-23T19:08:38.131" v="16834" actId="164"/>
          <ac:picMkLst>
            <pc:docMk/>
            <pc:sldMk cId="1633303472" sldId="365"/>
            <ac:picMk id="4" creationId="{6E9A9F4C-AEE1-4466-0787-9A6516EAFDDF}"/>
          </ac:picMkLst>
        </pc:picChg>
      </pc:sldChg>
      <pc:sldChg chg="addSp modSp add del mod modTransition addAnim delAnim modAnim modNotesTx">
        <pc:chgData name="Simon Fong" userId="0989948daaec8292" providerId="LiveId" clId="{F12E0490-60F3-4147-9D04-93D87D41D5A0}" dt="2026-10-22T20:46:08.199" v="13173" actId="47"/>
        <pc:sldMkLst>
          <pc:docMk/>
          <pc:sldMk cId="229267894" sldId="366"/>
        </pc:sldMkLst>
        <pc:spChg chg="add mod">
          <ac:chgData name="Simon Fong" userId="0989948daaec8292" providerId="LiveId" clId="{F12E0490-60F3-4147-9D04-93D87D41D5A0}" dt="2026-10-22T02:11:39.908" v="12981" actId="767"/>
          <ac:spMkLst>
            <pc:docMk/>
            <pc:sldMk cId="229267894" sldId="366"/>
            <ac:spMk id="2" creationId="{6C99036D-76C6-FE46-263A-77E3D4DF54B8}"/>
          </ac:spMkLst>
        </pc:spChg>
        <pc:spChg chg="mod">
          <ac:chgData name="Simon Fong" userId="0989948daaec8292" providerId="LiveId" clId="{F12E0490-60F3-4147-9D04-93D87D41D5A0}" dt="2026-10-22T01:18:29.834" v="12524" actId="20577"/>
          <ac:spMkLst>
            <pc:docMk/>
            <pc:sldMk cId="229267894" sldId="366"/>
            <ac:spMk id="5" creationId="{1B98B28E-8686-4568-74ED-69FE580C2BDA}"/>
          </ac:spMkLst>
        </pc:spChg>
        <pc:spChg chg="mod">
          <ac:chgData name="Simon Fong" userId="0989948daaec8292" providerId="LiveId" clId="{F12E0490-60F3-4147-9D04-93D87D41D5A0}" dt="2026-10-22T01:09:01.405" v="12485"/>
          <ac:spMkLst>
            <pc:docMk/>
            <pc:sldMk cId="229267894" sldId="366"/>
            <ac:spMk id="21" creationId="{A56FD3A5-050F-3DEE-DDB7-E8206667F978}"/>
          </ac:spMkLst>
        </pc:spChg>
        <pc:picChg chg="mod">
          <ac:chgData name="Simon Fong" userId="0989948daaec8292" providerId="LiveId" clId="{F12E0490-60F3-4147-9D04-93D87D41D5A0}" dt="2026-10-22T01:15:43.475" v="12512" actId="1076"/>
          <ac:picMkLst>
            <pc:docMk/>
            <pc:sldMk cId="229267894" sldId="366"/>
            <ac:picMk id="3" creationId="{BA409AFD-A735-C435-6E1A-FC10E67872D6}"/>
          </ac:picMkLst>
        </pc:picChg>
      </pc:sldChg>
      <pc:sldChg chg="addSp modSp add mod modTransition addAnim delAnim modAnim modNotesTx">
        <pc:chgData name="Simon Fong" userId="0989948daaec8292" providerId="LiveId" clId="{F12E0490-60F3-4147-9D04-93D87D41D5A0}" dt="2026-10-23T20:12:47.145" v="17043"/>
        <pc:sldMkLst>
          <pc:docMk/>
          <pc:sldMk cId="1152093905" sldId="366"/>
        </pc:sldMkLst>
        <pc:spChg chg="mod">
          <ac:chgData name="Simon Fong" userId="0989948daaec8292" providerId="LiveId" clId="{F12E0490-60F3-4147-9D04-93D87D41D5A0}" dt="2026-10-23T19:09:31.300" v="16855" actId="255"/>
          <ac:spMkLst>
            <pc:docMk/>
            <pc:sldMk cId="1152093905" sldId="366"/>
            <ac:spMk id="2" creationId="{AB9F84BB-AE44-4E0E-879E-81ECEF2068CF}"/>
          </ac:spMkLst>
        </pc:spChg>
        <pc:spChg chg="mod">
          <ac:chgData name="Simon Fong" userId="0989948daaec8292" providerId="LiveId" clId="{F12E0490-60F3-4147-9D04-93D87D41D5A0}" dt="2026-10-23T20:09:55.761" v="16967" actId="21"/>
          <ac:spMkLst>
            <pc:docMk/>
            <pc:sldMk cId="1152093905" sldId="366"/>
            <ac:spMk id="5" creationId="{2777513A-1939-1664-29D1-A96435A25B98}"/>
          </ac:spMkLst>
        </pc:spChg>
        <pc:spChg chg="add mod">
          <ac:chgData name="Simon Fong" userId="0989948daaec8292" providerId="LiveId" clId="{F12E0490-60F3-4147-9D04-93D87D41D5A0}" dt="2026-10-23T20:11:29.935" v="16976" actId="1582"/>
          <ac:spMkLst>
            <pc:docMk/>
            <pc:sldMk cId="1152093905" sldId="366"/>
            <ac:spMk id="6" creationId="{FF903CD1-F7FB-2418-0C35-44873B1A48BE}"/>
          </ac:spMkLst>
        </pc:spChg>
        <pc:picChg chg="add mod">
          <ac:chgData name="Simon Fong" userId="0989948daaec8292" providerId="LiveId" clId="{F12E0490-60F3-4147-9D04-93D87D41D5A0}" dt="2026-10-23T20:10:39.748" v="16972" actId="12788"/>
          <ac:picMkLst>
            <pc:docMk/>
            <pc:sldMk cId="1152093905" sldId="366"/>
            <ac:picMk id="4" creationId="{2B70D0AD-6D9F-144C-3C0E-36B36782210F}"/>
          </ac:picMkLst>
        </pc:picChg>
      </pc:sldChg>
      <pc:sldChg chg="addSp delSp modSp add del mod ord addAnim delAnim modAnim">
        <pc:chgData name="Simon Fong" userId="0989948daaec8292" providerId="LiveId" clId="{F12E0490-60F3-4147-9D04-93D87D41D5A0}" dt="2026-10-23T01:15:23.549" v="15582" actId="47"/>
        <pc:sldMkLst>
          <pc:docMk/>
          <pc:sldMk cId="2585813699" sldId="366"/>
        </pc:sldMkLst>
        <pc:spChg chg="mod">
          <ac:chgData name="Simon Fong" userId="0989948daaec8292" providerId="LiveId" clId="{F12E0490-60F3-4147-9D04-93D87D41D5A0}" dt="2026-10-22T21:56:19.985" v="14234" actId="207"/>
          <ac:spMkLst>
            <pc:docMk/>
            <pc:sldMk cId="2585813699" sldId="366"/>
            <ac:spMk id="5" creationId="{A32CA341-D85B-D6D0-ED6B-4571A9924C93}"/>
          </ac:spMkLst>
        </pc:spChg>
        <pc:picChg chg="del">
          <ac:chgData name="Simon Fong" userId="0989948daaec8292" providerId="LiveId" clId="{F12E0490-60F3-4147-9D04-93D87D41D5A0}" dt="2026-10-22T21:57:27.661" v="14236" actId="478"/>
          <ac:picMkLst>
            <pc:docMk/>
            <pc:sldMk cId="2585813699" sldId="366"/>
            <ac:picMk id="12" creationId="{ED626ED2-A0FD-7515-A417-E025D8EBFB9B}"/>
          </ac:picMkLst>
        </pc:picChg>
        <pc:picChg chg="add mod">
          <ac:chgData name="Simon Fong" userId="0989948daaec8292" providerId="LiveId" clId="{F12E0490-60F3-4147-9D04-93D87D41D5A0}" dt="2026-10-22T21:57:44.883" v="14239" actId="14100"/>
          <ac:picMkLst>
            <pc:docMk/>
            <pc:sldMk cId="2585813699" sldId="366"/>
            <ac:picMk id="14" creationId="{0BDA14F3-7243-8A50-C275-DC6D2902C1F1}"/>
          </ac:picMkLst>
        </pc:picChg>
        <pc:picChg chg="del">
          <ac:chgData name="Simon Fong" userId="0989948daaec8292" providerId="LiveId" clId="{F12E0490-60F3-4147-9D04-93D87D41D5A0}" dt="2026-10-22T21:57:27.022" v="14235" actId="478"/>
          <ac:picMkLst>
            <pc:docMk/>
            <pc:sldMk cId="2585813699" sldId="366"/>
            <ac:picMk id="15" creationId="{B0DDB96A-64CB-22C2-208D-B23887CBE063}"/>
          </ac:picMkLst>
        </pc:picChg>
      </pc:sldChg>
      <pc:sldChg chg="modSp add del mod modAnim">
        <pc:chgData name="Simon Fong" userId="0989948daaec8292" providerId="LiveId" clId="{F12E0490-60F3-4147-9D04-93D87D41D5A0}" dt="2026-10-23T20:13:06.310" v="17077" actId="2696"/>
        <pc:sldMkLst>
          <pc:docMk/>
          <pc:sldMk cId="512904916" sldId="367"/>
        </pc:sldMkLst>
        <pc:spChg chg="mod">
          <ac:chgData name="Simon Fong" userId="0989948daaec8292" providerId="LiveId" clId="{F12E0490-60F3-4147-9D04-93D87D41D5A0}" dt="2026-10-23T20:12:22.089" v="17033" actId="1036"/>
          <ac:spMkLst>
            <pc:docMk/>
            <pc:sldMk cId="512904916" sldId="367"/>
            <ac:spMk id="6" creationId="{DF43376F-5A9B-D313-988D-C9EFD1D91B3E}"/>
          </ac:spMkLst>
        </pc:spChg>
      </pc:sldChg>
      <pc:sldChg chg="delSp 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2928084548" sldId="367"/>
        </pc:sldMkLst>
        <pc:spChg chg="mod">
          <ac:chgData name="Simon Fong" userId="0989948daaec8292" providerId="LiveId" clId="{F12E0490-60F3-4147-9D04-93D87D41D5A0}" dt="2026-10-22T01:18:48.936" v="12538" actId="6549"/>
          <ac:spMkLst>
            <pc:docMk/>
            <pc:sldMk cId="2928084548" sldId="367"/>
            <ac:spMk id="5" creationId="{9840040A-A3B1-8E53-2EFC-52B92947A5AA}"/>
          </ac:spMkLst>
        </pc:spChg>
        <pc:spChg chg="mod">
          <ac:chgData name="Simon Fong" userId="0989948daaec8292" providerId="LiveId" clId="{F12E0490-60F3-4147-9D04-93D87D41D5A0}" dt="2026-10-22T01:17:49.283" v="12522" actId="20577"/>
          <ac:spMkLst>
            <pc:docMk/>
            <pc:sldMk cId="2928084548" sldId="367"/>
            <ac:spMk id="21" creationId="{3713279F-ABCD-B09F-E503-0FC03E758CFA}"/>
          </ac:spMkLst>
        </pc:spChg>
        <pc:picChg chg="del">
          <ac:chgData name="Simon Fong" userId="0989948daaec8292" providerId="LiveId" clId="{F12E0490-60F3-4147-9D04-93D87D41D5A0}" dt="2026-10-22T02:14:01.525" v="13021" actId="478"/>
          <ac:picMkLst>
            <pc:docMk/>
            <pc:sldMk cId="2928084548" sldId="367"/>
            <ac:picMk id="3" creationId="{2CF6133A-8C7C-0470-2DC0-AC16D46D56D5}"/>
          </ac:picMkLst>
        </pc:picChg>
      </pc:sldChg>
      <pc:sldChg chg="addSp delSp modSp add del mod ord modTransition addAnim delAnim modAnim">
        <pc:chgData name="Simon Fong" userId="0989948daaec8292" providerId="LiveId" clId="{F12E0490-60F3-4147-9D04-93D87D41D5A0}" dt="2026-10-23T01:15:23.549" v="15582" actId="47"/>
        <pc:sldMkLst>
          <pc:docMk/>
          <pc:sldMk cId="4243627534" sldId="367"/>
        </pc:sldMkLst>
        <pc:spChg chg="mod">
          <ac:chgData name="Simon Fong" userId="0989948daaec8292" providerId="LiveId" clId="{F12E0490-60F3-4147-9D04-93D87D41D5A0}" dt="2026-10-22T21:59:44.413" v="14256" actId="20577"/>
          <ac:spMkLst>
            <pc:docMk/>
            <pc:sldMk cId="4243627534" sldId="367"/>
            <ac:spMk id="5" creationId="{E4F1C407-8B47-4295-7348-659A97938918}"/>
          </ac:spMkLst>
        </pc:spChg>
        <pc:picChg chg="add mod">
          <ac:chgData name="Simon Fong" userId="0989948daaec8292" providerId="LiveId" clId="{F12E0490-60F3-4147-9D04-93D87D41D5A0}" dt="2026-10-22T21:59:31.367" v="14252" actId="1076"/>
          <ac:picMkLst>
            <pc:docMk/>
            <pc:sldMk cId="4243627534" sldId="367"/>
            <ac:picMk id="12" creationId="{82FB05AB-EE65-360A-0433-69C2EBA4FE63}"/>
          </ac:picMkLst>
        </pc:picChg>
        <pc:picChg chg="del">
          <ac:chgData name="Simon Fong" userId="0989948daaec8292" providerId="LiveId" clId="{F12E0490-60F3-4147-9D04-93D87D41D5A0}" dt="2026-10-22T21:59:10.297" v="14250" actId="478"/>
          <ac:picMkLst>
            <pc:docMk/>
            <pc:sldMk cId="4243627534" sldId="367"/>
            <ac:picMk id="17" creationId="{6CE9711D-63D9-6C56-EE9D-D227AA286FC7}"/>
          </ac:picMkLst>
        </pc:picChg>
      </pc:sldChg>
      <pc:sldChg chg="modSp add mod modTransition modAnim">
        <pc:chgData name="Simon Fong" userId="0989948daaec8292" providerId="LiveId" clId="{F12E0490-60F3-4147-9D04-93D87D41D5A0}" dt="2026-10-23T20:14:05.193" v="17138"/>
        <pc:sldMkLst>
          <pc:docMk/>
          <pc:sldMk cId="1238851075" sldId="368"/>
        </pc:sldMkLst>
        <pc:spChg chg="mod">
          <ac:chgData name="Simon Fong" userId="0989948daaec8292" providerId="LiveId" clId="{F12E0490-60F3-4147-9D04-93D87D41D5A0}" dt="2026-10-23T20:12:58.800" v="17076" actId="1035"/>
          <ac:spMkLst>
            <pc:docMk/>
            <pc:sldMk cId="1238851075" sldId="368"/>
            <ac:spMk id="6" creationId="{11AC3DD1-E1A6-AD2D-75E6-92157D1DF22C}"/>
          </ac:spMkLst>
        </pc:spChg>
      </pc:sldChg>
      <pc:sldChg chg="delSp 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1370512921" sldId="368"/>
        </pc:sldMkLst>
        <pc:spChg chg="mod">
          <ac:chgData name="Simon Fong" userId="0989948daaec8292" providerId="LiveId" clId="{F12E0490-60F3-4147-9D04-93D87D41D5A0}" dt="2026-10-22T02:16:03.762" v="13062" actId="207"/>
          <ac:spMkLst>
            <pc:docMk/>
            <pc:sldMk cId="1370512921" sldId="368"/>
            <ac:spMk id="5" creationId="{8DBD33DF-1A56-015C-4D6A-1FF693D4BCE1}"/>
          </ac:spMkLst>
        </pc:spChg>
        <pc:spChg chg="mod">
          <ac:chgData name="Simon Fong" userId="0989948daaec8292" providerId="LiveId" clId="{F12E0490-60F3-4147-9D04-93D87D41D5A0}" dt="2026-10-22T01:20:58.261" v="12540"/>
          <ac:spMkLst>
            <pc:docMk/>
            <pc:sldMk cId="1370512921" sldId="368"/>
            <ac:spMk id="21" creationId="{1D76C571-828D-D385-B034-E3829FED7774}"/>
          </ac:spMkLst>
        </pc:spChg>
        <pc:picChg chg="del">
          <ac:chgData name="Simon Fong" userId="0989948daaec8292" providerId="LiveId" clId="{F12E0490-60F3-4147-9D04-93D87D41D5A0}" dt="2026-10-22T01:22:34.227" v="12541" actId="478"/>
          <ac:picMkLst>
            <pc:docMk/>
            <pc:sldMk cId="1370512921" sldId="368"/>
            <ac:picMk id="3" creationId="{2C7BAA10-23BD-05F3-B032-AD2420447DA0}"/>
          </ac:picMkLst>
        </pc:picChg>
      </pc:sldChg>
      <pc:sldChg chg="addSp modSp add del mod ord modTransition addAnim delAnim modAnim modNotesTx">
        <pc:chgData name="Simon Fong" userId="0989948daaec8292" providerId="LiveId" clId="{F12E0490-60F3-4147-9D04-93D87D41D5A0}" dt="2026-10-23T01:15:23.549" v="15582" actId="47"/>
        <pc:sldMkLst>
          <pc:docMk/>
          <pc:sldMk cId="3918070127" sldId="368"/>
        </pc:sldMkLst>
        <pc:spChg chg="mod">
          <ac:chgData name="Simon Fong" userId="0989948daaec8292" providerId="LiveId" clId="{F12E0490-60F3-4147-9D04-93D87D41D5A0}" dt="2026-10-22T23:21:28.426" v="14961" actId="5793"/>
          <ac:spMkLst>
            <pc:docMk/>
            <pc:sldMk cId="3918070127" sldId="368"/>
            <ac:spMk id="5" creationId="{638BA86A-ECCB-97D5-33B7-E3984019FDD9}"/>
          </ac:spMkLst>
        </pc:spChg>
        <pc:picChg chg="mod">
          <ac:chgData name="Simon Fong" userId="0989948daaec8292" providerId="LiveId" clId="{F12E0490-60F3-4147-9D04-93D87D41D5A0}" dt="2026-10-22T23:20:33.640" v="14952" actId="554"/>
          <ac:picMkLst>
            <pc:docMk/>
            <pc:sldMk cId="3918070127" sldId="368"/>
            <ac:picMk id="8" creationId="{A4B137F7-7320-7CB4-5317-27DAEFCD3F9D}"/>
          </ac:picMkLst>
        </pc:picChg>
        <pc:picChg chg="add mod">
          <ac:chgData name="Simon Fong" userId="0989948daaec8292" providerId="LiveId" clId="{F12E0490-60F3-4147-9D04-93D87D41D5A0}" dt="2026-10-22T22:01:54.273" v="14311" actId="1037"/>
          <ac:picMkLst>
            <pc:docMk/>
            <pc:sldMk cId="3918070127" sldId="368"/>
            <ac:picMk id="12" creationId="{CBF6C358-8974-E7BE-B3D2-B38D9026AACE}"/>
          </ac:picMkLst>
        </pc:picChg>
        <pc:picChg chg="mod">
          <ac:chgData name="Simon Fong" userId="0989948daaec8292" providerId="LiveId" clId="{F12E0490-60F3-4147-9D04-93D87D41D5A0}" dt="2026-10-22T22:01:48.271" v="14300" actId="554"/>
          <ac:picMkLst>
            <pc:docMk/>
            <pc:sldMk cId="3918070127" sldId="368"/>
            <ac:picMk id="13" creationId="{629130AA-E143-8E1E-7822-4EF66A28A26F}"/>
          </ac:picMkLst>
        </pc:picChg>
        <pc:picChg chg="add mod">
          <ac:chgData name="Simon Fong" userId="0989948daaec8292" providerId="LiveId" clId="{F12E0490-60F3-4147-9D04-93D87D41D5A0}" dt="2026-10-22T23:20:33.640" v="14952" actId="554"/>
          <ac:picMkLst>
            <pc:docMk/>
            <pc:sldMk cId="3918070127" sldId="368"/>
            <ac:picMk id="15" creationId="{D02F2D68-8D34-08B0-5930-68B0CB88A4B4}"/>
          </ac:picMkLst>
        </pc:picChg>
      </pc:sldChg>
      <pc:sldChg chg="addSp modSp add del mod modTransition addAnim delAnim modAnim">
        <pc:chgData name="Simon Fong" userId="0989948daaec8292" providerId="LiveId" clId="{F12E0490-60F3-4147-9D04-93D87D41D5A0}" dt="2026-10-23T01:15:23.549" v="15582" actId="47"/>
        <pc:sldMkLst>
          <pc:docMk/>
          <pc:sldMk cId="661656855" sldId="369"/>
        </pc:sldMkLst>
        <pc:spChg chg="mod">
          <ac:chgData name="Simon Fong" userId="0989948daaec8292" providerId="LiveId" clId="{F12E0490-60F3-4147-9D04-93D87D41D5A0}" dt="2026-10-22T22:04:19.364" v="14339" actId="207"/>
          <ac:spMkLst>
            <pc:docMk/>
            <pc:sldMk cId="661656855" sldId="369"/>
            <ac:spMk id="5" creationId="{FE3480AF-96B7-A780-20BE-1C9B531FB2F4}"/>
          </ac:spMkLst>
        </pc:spChg>
        <pc:picChg chg="add mod modCrop">
          <ac:chgData name="Simon Fong" userId="0989948daaec8292" providerId="LiveId" clId="{F12E0490-60F3-4147-9D04-93D87D41D5A0}" dt="2026-10-22T22:05:25.348" v="14344" actId="14100"/>
          <ac:picMkLst>
            <pc:docMk/>
            <pc:sldMk cId="661656855" sldId="369"/>
            <ac:picMk id="14" creationId="{BECB40E5-0833-9DA8-6278-FADEE6E834F9}"/>
          </ac:picMkLst>
        </pc:picChg>
      </pc:sldChg>
      <pc:sldChg chg="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2037759464" sldId="369"/>
        </pc:sldMkLst>
        <pc:spChg chg="mod">
          <ac:chgData name="Simon Fong" userId="0989948daaec8292" providerId="LiveId" clId="{F12E0490-60F3-4147-9D04-93D87D41D5A0}" dt="2026-10-22T02:18:03.179" v="13088" actId="207"/>
          <ac:spMkLst>
            <pc:docMk/>
            <pc:sldMk cId="2037759464" sldId="369"/>
            <ac:spMk id="5" creationId="{FCFFCBF7-FE75-AE27-2045-C44101088BD7}"/>
          </ac:spMkLst>
        </pc:spChg>
        <pc:spChg chg="mod">
          <ac:chgData name="Simon Fong" userId="0989948daaec8292" providerId="LiveId" clId="{F12E0490-60F3-4147-9D04-93D87D41D5A0}" dt="2026-10-22T01:23:42.004" v="12582"/>
          <ac:spMkLst>
            <pc:docMk/>
            <pc:sldMk cId="2037759464" sldId="369"/>
            <ac:spMk id="21" creationId="{66C9C005-FA52-448E-ACD3-F801D0E9DA66}"/>
          </ac:spMkLst>
        </pc:spChg>
      </pc:sldChg>
      <pc:sldChg chg="modSp add mod modAnim">
        <pc:chgData name="Simon Fong" userId="0989948daaec8292" providerId="LiveId" clId="{F12E0490-60F3-4147-9D04-93D87D41D5A0}" dt="2026-10-23T20:14:07.764" v="17139"/>
        <pc:sldMkLst>
          <pc:docMk/>
          <pc:sldMk cId="3666466402" sldId="369"/>
        </pc:sldMkLst>
        <pc:spChg chg="mod">
          <ac:chgData name="Simon Fong" userId="0989948daaec8292" providerId="LiveId" clId="{F12E0490-60F3-4147-9D04-93D87D41D5A0}" dt="2026-10-23T20:13:20.607" v="17108" actId="1036"/>
          <ac:spMkLst>
            <pc:docMk/>
            <pc:sldMk cId="3666466402" sldId="369"/>
            <ac:spMk id="6" creationId="{48016027-6AD1-7B3C-8124-00893F8D21AB}"/>
          </ac:spMkLst>
        </pc:spChg>
      </pc:sldChg>
      <pc:sldChg chg="delSp modSp add del mod modTransition addAnim delAnim modAnim">
        <pc:chgData name="Simon Fong" userId="0989948daaec8292" providerId="LiveId" clId="{F12E0490-60F3-4147-9D04-93D87D41D5A0}" dt="2026-10-22T20:46:08.199" v="13173" actId="47"/>
        <pc:sldMkLst>
          <pc:docMk/>
          <pc:sldMk cId="390275752" sldId="370"/>
        </pc:sldMkLst>
        <pc:spChg chg="mod">
          <ac:chgData name="Simon Fong" userId="0989948daaec8292" providerId="LiveId" clId="{F12E0490-60F3-4147-9D04-93D87D41D5A0}" dt="2026-10-22T01:26:38.438" v="12650" actId="207"/>
          <ac:spMkLst>
            <pc:docMk/>
            <pc:sldMk cId="390275752" sldId="370"/>
            <ac:spMk id="5" creationId="{F7791108-7664-E113-6D70-608BFC6EC011}"/>
          </ac:spMkLst>
        </pc:spChg>
        <pc:spChg chg="mod">
          <ac:chgData name="Simon Fong" userId="0989948daaec8292" providerId="LiveId" clId="{F12E0490-60F3-4147-9D04-93D87D41D5A0}" dt="2026-10-22T01:25:37.900" v="12624" actId="20577"/>
          <ac:spMkLst>
            <pc:docMk/>
            <pc:sldMk cId="390275752" sldId="370"/>
            <ac:spMk id="21" creationId="{0ED9E40A-9860-60B7-333F-386C0015A948}"/>
          </ac:spMkLst>
        </pc:spChg>
        <pc:picChg chg="del">
          <ac:chgData name="Simon Fong" userId="0989948daaec8292" providerId="LiveId" clId="{F12E0490-60F3-4147-9D04-93D87D41D5A0}" dt="2026-10-22T01:25:32.918" v="12618" actId="478"/>
          <ac:picMkLst>
            <pc:docMk/>
            <pc:sldMk cId="390275752" sldId="370"/>
            <ac:picMk id="4" creationId="{AD865109-E96D-70B3-02E6-6B3901F0AAB2}"/>
          </ac:picMkLst>
        </pc:picChg>
      </pc:sldChg>
      <pc:sldChg chg="addSp delSp modSp add del mod addAnim delAnim modAnim modNotesTx">
        <pc:chgData name="Simon Fong" userId="0989948daaec8292" providerId="LiveId" clId="{F12E0490-60F3-4147-9D04-93D87D41D5A0}" dt="2026-10-23T01:15:23.549" v="15582" actId="47"/>
        <pc:sldMkLst>
          <pc:docMk/>
          <pc:sldMk cId="1757453587" sldId="370"/>
        </pc:sldMkLst>
        <pc:spChg chg="mod">
          <ac:chgData name="Simon Fong" userId="0989948daaec8292" providerId="LiveId" clId="{F12E0490-60F3-4147-9D04-93D87D41D5A0}" dt="2026-10-22T22:06:58.084" v="14360" actId="6549"/>
          <ac:spMkLst>
            <pc:docMk/>
            <pc:sldMk cId="1757453587" sldId="370"/>
            <ac:spMk id="5" creationId="{2EBA1228-B1F6-24BD-8D94-0C7888C2BEFE}"/>
          </ac:spMkLst>
        </pc:spChg>
        <pc:picChg chg="del">
          <ac:chgData name="Simon Fong" userId="0989948daaec8292" providerId="LiveId" clId="{F12E0490-60F3-4147-9D04-93D87D41D5A0}" dt="2026-10-22T22:08:38.239" v="14361" actId="478"/>
          <ac:picMkLst>
            <pc:docMk/>
            <pc:sldMk cId="1757453587" sldId="370"/>
            <ac:picMk id="14" creationId="{4ED33AA4-45DC-697A-BA4F-5F9E0CA90938}"/>
          </ac:picMkLst>
        </pc:picChg>
        <pc:picChg chg="add mod modCrop">
          <ac:chgData name="Simon Fong" userId="0989948daaec8292" providerId="LiveId" clId="{F12E0490-60F3-4147-9D04-93D87D41D5A0}" dt="2026-10-22T23:22:51.019" v="14980" actId="732"/>
          <ac:picMkLst>
            <pc:docMk/>
            <pc:sldMk cId="1757453587" sldId="370"/>
            <ac:picMk id="15" creationId="{CFD6FC80-E605-EECD-2DB9-0C3BD3547763}"/>
          </ac:picMkLst>
        </pc:picChg>
      </pc:sldChg>
      <pc:sldChg chg="modSp add mod modAnim">
        <pc:chgData name="Simon Fong" userId="0989948daaec8292" providerId="LiveId" clId="{F12E0490-60F3-4147-9D04-93D87D41D5A0}" dt="2026-10-23T20:14:09.540" v="17140"/>
        <pc:sldMkLst>
          <pc:docMk/>
          <pc:sldMk cId="2626943903" sldId="370"/>
        </pc:sldMkLst>
        <pc:spChg chg="mod">
          <ac:chgData name="Simon Fong" userId="0989948daaec8292" providerId="LiveId" clId="{F12E0490-60F3-4147-9D04-93D87D41D5A0}" dt="2026-10-23T20:13:35.831" v="17137" actId="1036"/>
          <ac:spMkLst>
            <pc:docMk/>
            <pc:sldMk cId="2626943903" sldId="370"/>
            <ac:spMk id="6" creationId="{A34E9C0A-DD5A-8BD4-0928-4E4EE02995FB}"/>
          </ac:spMkLst>
        </pc:spChg>
      </pc:sldChg>
      <pc:sldChg chg="add del ord modTransition setBg">
        <pc:chgData name="Simon Fong" userId="0989948daaec8292" providerId="LiveId" clId="{F12E0490-60F3-4147-9D04-93D87D41D5A0}" dt="2026-10-23T20:35:14.154" v="17162" actId="47"/>
        <pc:sldMkLst>
          <pc:docMk/>
          <pc:sldMk cId="1149660708" sldId="371"/>
        </pc:sldMkLst>
      </pc:sldChg>
      <pc:sldChg chg="addSp delSp modSp add del mod modTransition addAnim delAnim modAnim">
        <pc:chgData name="Simon Fong" userId="0989948daaec8292" providerId="LiveId" clId="{F12E0490-60F3-4147-9D04-93D87D41D5A0}" dt="2026-10-23T01:15:23.549" v="15582" actId="47"/>
        <pc:sldMkLst>
          <pc:docMk/>
          <pc:sldMk cId="3987069449" sldId="371"/>
        </pc:sldMkLst>
        <pc:spChg chg="mod">
          <ac:chgData name="Simon Fong" userId="0989948daaec8292" providerId="LiveId" clId="{F12E0490-60F3-4147-9D04-93D87D41D5A0}" dt="2026-10-22T22:10:40.065" v="14390" actId="207"/>
          <ac:spMkLst>
            <pc:docMk/>
            <pc:sldMk cId="3987069449" sldId="371"/>
            <ac:spMk id="5" creationId="{8475030C-2238-C29C-E1FD-55AD9EC6B207}"/>
          </ac:spMkLst>
        </pc:spChg>
        <pc:picChg chg="add mod modCrop">
          <ac:chgData name="Simon Fong" userId="0989948daaec8292" providerId="LiveId" clId="{F12E0490-60F3-4147-9D04-93D87D41D5A0}" dt="2026-10-22T22:11:44.593" v="14400" actId="14100"/>
          <ac:picMkLst>
            <pc:docMk/>
            <pc:sldMk cId="3987069449" sldId="371"/>
            <ac:picMk id="14" creationId="{67A65D06-315A-2073-EEFA-E1A48694E281}"/>
          </ac:picMkLst>
        </pc:picChg>
        <pc:picChg chg="del">
          <ac:chgData name="Simon Fong" userId="0989948daaec8292" providerId="LiveId" clId="{F12E0490-60F3-4147-9D04-93D87D41D5A0}" dt="2026-10-22T22:09:26.385" v="14368" actId="478"/>
          <ac:picMkLst>
            <pc:docMk/>
            <pc:sldMk cId="3987069449" sldId="371"/>
            <ac:picMk id="15" creationId="{A44AFB37-C400-42FF-2E4E-B0437DD162C5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10-23T01:15:23.549" v="15582" actId="47"/>
        <pc:sldMkLst>
          <pc:docMk/>
          <pc:sldMk cId="600247718" sldId="372"/>
        </pc:sldMkLst>
        <pc:spChg chg="mod">
          <ac:chgData name="Simon Fong" userId="0989948daaec8292" providerId="LiveId" clId="{F12E0490-60F3-4147-9D04-93D87D41D5A0}" dt="2026-10-22T22:12:52.103" v="14516" actId="207"/>
          <ac:spMkLst>
            <pc:docMk/>
            <pc:sldMk cId="600247718" sldId="372"/>
            <ac:spMk id="5" creationId="{C80C8BDB-1AE6-F8A7-E1CD-0F8948DD3459}"/>
          </ac:spMkLst>
        </pc:spChg>
        <pc:picChg chg="mod">
          <ac:chgData name="Simon Fong" userId="0989948daaec8292" providerId="LiveId" clId="{F12E0490-60F3-4147-9D04-93D87D41D5A0}" dt="2026-10-22T23:25:42.626" v="15027" actId="554"/>
          <ac:picMkLst>
            <pc:docMk/>
            <pc:sldMk cId="600247718" sldId="372"/>
            <ac:picMk id="3" creationId="{2641067F-3FCC-4E6A-5176-D2C4BABBF563}"/>
          </ac:picMkLst>
        </pc:picChg>
        <pc:picChg chg="mod">
          <ac:chgData name="Simon Fong" userId="0989948daaec8292" providerId="LiveId" clId="{F12E0490-60F3-4147-9D04-93D87D41D5A0}" dt="2026-10-22T22:13:46.584" v="14520" actId="554"/>
          <ac:picMkLst>
            <pc:docMk/>
            <pc:sldMk cId="600247718" sldId="372"/>
            <ac:picMk id="12" creationId="{5CADD581-B99C-08BC-0B71-CDBD83798838}"/>
          </ac:picMkLst>
        </pc:picChg>
        <pc:picChg chg="del">
          <ac:chgData name="Simon Fong" userId="0989948daaec8292" providerId="LiveId" clId="{F12E0490-60F3-4147-9D04-93D87D41D5A0}" dt="2026-10-22T22:12:08.953" v="14402" actId="478"/>
          <ac:picMkLst>
            <pc:docMk/>
            <pc:sldMk cId="600247718" sldId="372"/>
            <ac:picMk id="14" creationId="{6068FE16-10EB-20CA-6984-02BEA4AACE77}"/>
          </ac:picMkLst>
        </pc:picChg>
        <pc:picChg chg="add mod">
          <ac:chgData name="Simon Fong" userId="0989948daaec8292" providerId="LiveId" clId="{F12E0490-60F3-4147-9D04-93D87D41D5A0}" dt="2026-10-22T22:13:50.807" v="14525" actId="1038"/>
          <ac:picMkLst>
            <pc:docMk/>
            <pc:sldMk cId="600247718" sldId="372"/>
            <ac:picMk id="15" creationId="{6AAACE60-8FE1-312E-0EB5-F1FF1332111E}"/>
          </ac:picMkLst>
        </pc:picChg>
        <pc:picChg chg="add mod">
          <ac:chgData name="Simon Fong" userId="0989948daaec8292" providerId="LiveId" clId="{F12E0490-60F3-4147-9D04-93D87D41D5A0}" dt="2026-10-22T23:25:42.626" v="15027" actId="554"/>
          <ac:picMkLst>
            <pc:docMk/>
            <pc:sldMk cId="600247718" sldId="372"/>
            <ac:picMk id="17" creationId="{3CD96839-11C9-A24D-89EE-7F0C44B85251}"/>
          </ac:picMkLst>
        </pc:picChg>
      </pc:sldChg>
      <pc:sldChg chg="add del">
        <pc:chgData name="Simon Fong" userId="0989948daaec8292" providerId="LiveId" clId="{F12E0490-60F3-4147-9D04-93D87D41D5A0}" dt="2026-10-23T20:35:07.592" v="17160" actId="2890"/>
        <pc:sldMkLst>
          <pc:docMk/>
          <pc:sldMk cId="2567454150" sldId="372"/>
        </pc:sldMkLst>
      </pc:sldChg>
      <pc:sldChg chg="addSp delSp modSp add del mod ord modTransition addAnim delAnim modAnim modNotesTx">
        <pc:chgData name="Simon Fong" userId="0989948daaec8292" providerId="LiveId" clId="{F12E0490-60F3-4147-9D04-93D87D41D5A0}" dt="2026-10-23T01:15:23.549" v="15582" actId="47"/>
        <pc:sldMkLst>
          <pc:docMk/>
          <pc:sldMk cId="1155343946" sldId="373"/>
        </pc:sldMkLst>
        <pc:spChg chg="mod">
          <ac:chgData name="Simon Fong" userId="0989948daaec8292" providerId="LiveId" clId="{F12E0490-60F3-4147-9D04-93D87D41D5A0}" dt="2026-10-23T00:23:28.669" v="15559" actId="6549"/>
          <ac:spMkLst>
            <pc:docMk/>
            <pc:sldMk cId="1155343946" sldId="373"/>
            <ac:spMk id="2" creationId="{0731DA50-B220-92CB-1B59-81121C1C4F25}"/>
          </ac:spMkLst>
        </pc:spChg>
        <pc:spChg chg="mod">
          <ac:chgData name="Simon Fong" userId="0989948daaec8292" providerId="LiveId" clId="{F12E0490-60F3-4147-9D04-93D87D41D5A0}" dt="2026-10-22T22:14:47.928" v="14532" actId="6549"/>
          <ac:spMkLst>
            <pc:docMk/>
            <pc:sldMk cId="1155343946" sldId="373"/>
            <ac:spMk id="5" creationId="{0E3FC0EE-28D1-13FD-245F-05B4B07A74B8}"/>
          </ac:spMkLst>
        </pc:spChg>
        <pc:spChg chg="add mod">
          <ac:chgData name="Simon Fong" userId="0989948daaec8292" providerId="LiveId" clId="{F12E0490-60F3-4147-9D04-93D87D41D5A0}" dt="2026-10-22T23:55:50.498" v="15120" actId="1582"/>
          <ac:spMkLst>
            <pc:docMk/>
            <pc:sldMk cId="1155343946" sldId="373"/>
            <ac:spMk id="7" creationId="{EAA84040-3CF9-8B56-B68C-B6053AD4729E}"/>
          </ac:spMkLst>
        </pc:spChg>
        <pc:graphicFrameChg chg="add del mod modGraphic">
          <ac:chgData name="Simon Fong" userId="0989948daaec8292" providerId="LiveId" clId="{F12E0490-60F3-4147-9D04-93D87D41D5A0}" dt="2026-10-22T23:54:32.053" v="15111" actId="478"/>
          <ac:graphicFrameMkLst>
            <pc:docMk/>
            <pc:sldMk cId="1155343946" sldId="373"/>
            <ac:graphicFrameMk id="3" creationId="{1D568389-001F-22C7-66B2-47304E5B327B}"/>
          </ac:graphicFrameMkLst>
        </pc:graphicFrameChg>
        <pc:picChg chg="add mod">
          <ac:chgData name="Simon Fong" userId="0989948daaec8292" providerId="LiveId" clId="{F12E0490-60F3-4147-9D04-93D87D41D5A0}" dt="2026-10-22T23:54:57.399" v="15114" actId="1076"/>
          <ac:picMkLst>
            <pc:docMk/>
            <pc:sldMk cId="1155343946" sldId="373"/>
            <ac:picMk id="6" creationId="{301255C7-ACAE-E0E7-4D85-B86ABA60517C}"/>
          </ac:picMkLst>
        </pc:picChg>
      </pc:sldChg>
      <pc:sldChg chg="addSp delSp modSp add del mod">
        <pc:chgData name="Simon Fong" userId="0989948daaec8292" providerId="LiveId" clId="{F12E0490-60F3-4147-9D04-93D87D41D5A0}" dt="2026-10-23T01:15:23.549" v="15582" actId="47"/>
        <pc:sldMkLst>
          <pc:docMk/>
          <pc:sldMk cId="4094139185" sldId="374"/>
        </pc:sldMkLst>
        <pc:spChg chg="mod">
          <ac:chgData name="Simon Fong" userId="0989948daaec8292" providerId="LiveId" clId="{F12E0490-60F3-4147-9D04-93D87D41D5A0}" dt="2026-10-22T22:19:32.359" v="14582"/>
          <ac:spMkLst>
            <pc:docMk/>
            <pc:sldMk cId="4094139185" sldId="374"/>
            <ac:spMk id="2" creationId="{1548B5BF-F2FC-3410-5554-0460F7CED9F9}"/>
          </ac:spMkLst>
        </pc:spChg>
        <pc:spChg chg="add mod">
          <ac:chgData name="Simon Fong" userId="0989948daaec8292" providerId="LiveId" clId="{F12E0490-60F3-4147-9D04-93D87D41D5A0}" dt="2026-10-22T22:21:29.108" v="14603" actId="207"/>
          <ac:spMkLst>
            <pc:docMk/>
            <pc:sldMk cId="4094139185" sldId="374"/>
            <ac:spMk id="4" creationId="{DF51A859-11F6-FFF0-CD48-0762F6016477}"/>
          </ac:spMkLst>
        </pc:spChg>
        <pc:graphicFrameChg chg="del">
          <ac:chgData name="Simon Fong" userId="0989948daaec8292" providerId="LiveId" clId="{F12E0490-60F3-4147-9D04-93D87D41D5A0}" dt="2026-10-22T22:19:24.360" v="14581" actId="478"/>
          <ac:graphicFrameMkLst>
            <pc:docMk/>
            <pc:sldMk cId="4094139185" sldId="374"/>
            <ac:graphicFrameMk id="3" creationId="{7E89BA34-28D9-2664-8899-EE666C15CA29}"/>
          </ac:graphicFrameMkLst>
        </pc:graphicFrameChg>
      </pc:sldChg>
      <pc:sldChg chg="modSp add del mod modTransition modNotesTx">
        <pc:chgData name="Simon Fong" userId="0989948daaec8292" providerId="LiveId" clId="{F12E0490-60F3-4147-9D04-93D87D41D5A0}" dt="2026-10-23T01:15:23.549" v="15582" actId="47"/>
        <pc:sldMkLst>
          <pc:docMk/>
          <pc:sldMk cId="581405059" sldId="375"/>
        </pc:sldMkLst>
        <pc:spChg chg="mod">
          <ac:chgData name="Simon Fong" userId="0989948daaec8292" providerId="LiveId" clId="{F12E0490-60F3-4147-9D04-93D87D41D5A0}" dt="2026-10-23T00:04:06.447" v="15504" actId="20577"/>
          <ac:spMkLst>
            <pc:docMk/>
            <pc:sldMk cId="581405059" sldId="375"/>
            <ac:spMk id="2" creationId="{C0B6486F-1461-D4B6-E55E-DAE277D527A2}"/>
          </ac:spMkLst>
        </pc:spChg>
        <pc:graphicFrameChg chg="modGraphic">
          <ac:chgData name="Simon Fong" userId="0989948daaec8292" providerId="LiveId" clId="{F12E0490-60F3-4147-9D04-93D87D41D5A0}" dt="2026-10-23T00:28:29.267" v="15581" actId="12385"/>
          <ac:graphicFrameMkLst>
            <pc:docMk/>
            <pc:sldMk cId="581405059" sldId="375"/>
            <ac:graphicFrameMk id="3" creationId="{3D80DF60-FDCE-8A2B-43B7-B6A0D0DD1EDA}"/>
          </ac:graphicFrameMkLst>
        </pc:graphicFrameChg>
      </pc:sldChg>
      <pc:sldChg chg="modSp add del mod modTransition modAnim modNotesTx">
        <pc:chgData name="Simon Fong" userId="0989948daaec8292" providerId="LiveId" clId="{F12E0490-60F3-4147-9D04-93D87D41D5A0}" dt="2026-10-23T01:15:23.549" v="15582" actId="47"/>
        <pc:sldMkLst>
          <pc:docMk/>
          <pc:sldMk cId="2472096788" sldId="376"/>
        </pc:sldMkLst>
        <pc:spChg chg="mod">
          <ac:chgData name="Simon Fong" userId="0989948daaec8292" providerId="LiveId" clId="{F12E0490-60F3-4147-9D04-93D87D41D5A0}" dt="2026-10-23T00:23:33.078" v="15560" actId="20577"/>
          <ac:spMkLst>
            <pc:docMk/>
            <pc:sldMk cId="2472096788" sldId="376"/>
            <ac:spMk id="2" creationId="{E15235E8-3032-DDD0-C013-F5FC4FB303FC}"/>
          </ac:spMkLst>
        </pc:spChg>
        <pc:spChg chg="mod">
          <ac:chgData name="Simon Fong" userId="0989948daaec8292" providerId="LiveId" clId="{F12E0490-60F3-4147-9D04-93D87D41D5A0}" dt="2026-10-22T23:58:08.797" v="15265" actId="14100"/>
          <ac:spMkLst>
            <pc:docMk/>
            <pc:sldMk cId="2472096788" sldId="376"/>
            <ac:spMk id="7" creationId="{084382BE-53ED-3387-07CC-997D552AB5BB}"/>
          </ac:spMkLst>
        </pc:spChg>
      </pc:sldChg>
      <pc:sldChg chg="modSp add del mod modTransition modNotesTx">
        <pc:chgData name="Simon Fong" userId="0989948daaec8292" providerId="LiveId" clId="{F12E0490-60F3-4147-9D04-93D87D41D5A0}" dt="2026-10-23T01:15:23.549" v="15582" actId="47"/>
        <pc:sldMkLst>
          <pc:docMk/>
          <pc:sldMk cId="1571470033" sldId="377"/>
        </pc:sldMkLst>
        <pc:spChg chg="mod">
          <ac:chgData name="Simon Fong" userId="0989948daaec8292" providerId="LiveId" clId="{F12E0490-60F3-4147-9D04-93D87D41D5A0}" dt="2026-10-23T00:23:37.117" v="15561" actId="6549"/>
          <ac:spMkLst>
            <pc:docMk/>
            <pc:sldMk cId="1571470033" sldId="377"/>
            <ac:spMk id="2" creationId="{572282AD-42B5-554C-4AEA-17DF35D8D0DA}"/>
          </ac:spMkLst>
        </pc:spChg>
        <pc:spChg chg="mod">
          <ac:chgData name="Simon Fong" userId="0989948daaec8292" providerId="LiveId" clId="{F12E0490-60F3-4147-9D04-93D87D41D5A0}" dt="2026-10-23T00:01:26.693" v="15410" actId="14100"/>
          <ac:spMkLst>
            <pc:docMk/>
            <pc:sldMk cId="1571470033" sldId="377"/>
            <ac:spMk id="7" creationId="{956B4BF3-AAD6-E1D2-CC33-D769B8958A9E}"/>
          </ac:spMkLst>
        </pc:spChg>
      </pc:sldChg>
      <pc:sldChg chg="modSp add del mod modTransition modNotesTx">
        <pc:chgData name="Simon Fong" userId="0989948daaec8292" providerId="LiveId" clId="{F12E0490-60F3-4147-9D04-93D87D41D5A0}" dt="2026-10-23T01:15:23.549" v="15582" actId="47"/>
        <pc:sldMkLst>
          <pc:docMk/>
          <pc:sldMk cId="1358887583" sldId="378"/>
        </pc:sldMkLst>
        <pc:spChg chg="mod">
          <ac:chgData name="Simon Fong" userId="0989948daaec8292" providerId="LiveId" clId="{F12E0490-60F3-4147-9D04-93D87D41D5A0}" dt="2026-10-23T00:23:41.021" v="15562" actId="6549"/>
          <ac:spMkLst>
            <pc:docMk/>
            <pc:sldMk cId="1358887583" sldId="378"/>
            <ac:spMk id="2" creationId="{59D8D74B-F8CE-6C3B-899B-6ED5BFB79D52}"/>
          </ac:spMkLst>
        </pc:spChg>
        <pc:spChg chg="mod">
          <ac:chgData name="Simon Fong" userId="0989948daaec8292" providerId="LiveId" clId="{F12E0490-60F3-4147-9D04-93D87D41D5A0}" dt="2026-10-23T00:02:39.440" v="15489" actId="1038"/>
          <ac:spMkLst>
            <pc:docMk/>
            <pc:sldMk cId="1358887583" sldId="378"/>
            <ac:spMk id="7" creationId="{E14CA558-73DB-7A8B-F751-CD3019F663C5}"/>
          </ac:spMkLst>
        </pc:spChg>
      </pc:sldChg>
      <pc:sldMasterChg chg="setBg modSldLayout">
        <pc:chgData name="Simon Fong" userId="0989948daaec8292" providerId="LiveId" clId="{F12E0490-60F3-4147-9D04-93D87D41D5A0}" dt="2026-10-20T23:45:54.116" v="5417"/>
        <pc:sldMasterMkLst>
          <pc:docMk/>
          <pc:sldMasterMk cId="1665112790" sldId="2147483759"/>
        </pc:sldMasterMkLst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497200525" sldId="2147483760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222384926" sldId="2147483761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424830979" sldId="2147483762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336630391" sldId="2147483763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336070296" sldId="2147483764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17942018" sldId="2147483765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388594335" sldId="2147483766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224422293" sldId="2147483767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828374964" sldId="2147483768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446437269" sldId="2147483769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096441000" sldId="2147483770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697300382" sldId="21474837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C3641-D97D-4221-8E4A-4CE191803EE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43C2D-F906-40B9-A627-61546CDC67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68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056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0976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A23BD-2742-F1F2-A254-5A912372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E1B07-C74D-D8E4-0422-FDC957AAB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98CAA-9DDA-6F3E-8E0D-FE81E7E6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4401B-4E42-D58B-186B-EC9B1507F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8211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2760-285A-4E65-6BC6-C6DE4F10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491A9-3530-B89C-BBCB-A6DEA157F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9E33B-9ABE-4C0E-725C-83183476D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DCF00-645A-C66C-24D7-5A8FCE6C1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2130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9218-F045-3735-6A1F-DA2AC8B7C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C047CD-A536-48BF-1287-ED0E25603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53277-9863-22D6-13F5-9971875AC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05B76-AF01-B290-20D2-B02AD3462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9045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B8085-4CE3-CF77-8745-775F70A5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64C7C-FD62-5964-E4FC-3AEEA6290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4531A-8719-21CE-714A-20D000BFE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5EB0D-81F8-6609-558D-7A667A44B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0378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A2AC-4345-6471-18C7-77773E20D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E87E55-E913-D42A-D9FA-9FAA7B52D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9918B-6F5E-01B1-7FD9-F35644DE9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49A40-6EC8-856B-2BB2-CD0663479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8758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620AB-C77A-B56C-DDF2-C81F3F38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D3EE1-D361-9EDE-A619-ABABBE0ED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A603D-E779-7B24-7E44-8763B0550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8668A-A3F7-8D0F-7ED1-4F35C7BBC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6815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3771-B41C-F3F0-C902-016D2255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8E601-5AEC-2408-056B-F5231E4C27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D9BD0-8D04-B3CD-3580-1C6771ACE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5098C-D268-58AC-DAEE-2D82583BB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0401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0B8BE-E2BD-4188-1180-0469FFBC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86DB7-6A01-320E-5452-3AAF3F95B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DF082-BCEE-92D5-A1F8-0C766FE59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07178-64AF-9322-FE99-15F9D3F06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4531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0B0E-E928-F516-909A-10C119AF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3597E-A48E-667A-3C22-6EFF7ABF7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659C5-1867-96E2-AC93-C3AA46411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B92FB-1E79-5060-AE44-7FA15981F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9509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F1E82-90F6-2C20-9E93-7E939E5BD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1390B-8CAC-4D37-F1CD-7F0F57E788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01422-E940-9B44-2660-B8B5A0853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4A99F-A61A-18E4-415C-3D3ADA9CE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3213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75D7C-734F-D253-D74F-871E92868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DAAAE-2A3F-56AF-3927-45FB44B44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D4521-8FFE-BDC1-9213-7B4CEBCBC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pod is quarantined, but the weaknesses remain. The security specialist now hardens each layer and tests the controls.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64F17-EB69-595F-DB97-4E4D6DE9C9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08839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1B0BF-3D03-384F-89EF-C0D5AAA1F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E8657-7A42-47B5-E150-787BF12296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E2425-A02F-4221-8BC9-F2049EE7B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attacker exploits React2Shell, reads container and cluster secrets, accesses the internal API, and retrieves a cloud secret.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C3E80-C6D5-613B-4A8F-A7A23F615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9947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0DBE-BB9F-5121-0E93-42A70CBFC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96EAA-4D6A-D2BC-DDDC-88AC848A8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07095-560A-751C-AA1B-8111CA9A5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administrator traces AWS activity to the pod, preserves evidence, and quarantines the compromised workload.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0FA8C-3BF9-8AEC-9583-6E31A253B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2312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E7570-CF8E-D256-2226-85700FC8D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23ADD-1CFC-BD39-30FB-0AEF7FCE5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B27FB-2FFE-3BC5-8185-2C8ED2A97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specialist patches the app and restricts container privileges, Kubernetes access, network traffic, and AWS permissions.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8A79E-9116-8D18-EC32-18CF2DE64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457594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F4CFB-53FA-4CF2-25B5-777E9DD2E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E8857-494C-5962-B7C1-42FFA1FFC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9CBA0-1D11-476C-9090-B391E29FF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C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DevSecOps</a:t>
            </a:r>
            <a:r>
              <a:rPr lang="en-CA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engineer automates checks across all four layers and routes runtime security findings to the administrator.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AD1B9-D18E-1969-DBFB-911428442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414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AC95-1BD0-D5BD-EA4D-95B89C696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D8CB8-79C7-2A96-8FAF-B2D5C0A42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6AFEB-571D-41CA-974B-28509E9C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D71D7-7D5B-1EC6-57D7-7616BBE1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05ECD-4F3E-73B7-2AB0-6D5BE3C4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20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7BB3-50A4-58AB-7B02-490FD521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91A38-8669-C39C-9E6B-316DA0D5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EDF95-B307-51F8-DECF-B44CB1E2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2871-1325-059D-530B-BDD25B28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1911-4B6E-FECE-011E-251CD036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238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2F06-A1E8-36F1-B94A-DE1BDB65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A934A-FB4E-6879-B7A6-98571447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4FC4E-5642-A56D-D15E-25E8C85F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C825-6A32-ED7A-9767-D5B047A8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BB5D-FB5A-74F7-11ED-3E755F6E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483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55B0-1F3D-F4A0-5BEF-F606A2D0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C31B-767A-5897-44BA-2141F12D2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E4D79-D1C2-877D-7139-336285B70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89AD9-8F82-9567-2F92-B2F739AE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2D390-516F-E604-8197-6373E12B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56101-EB47-9389-2DC0-49B79192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663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CBFB-0E08-C0A4-43C6-ECC96037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E745B-0100-FE43-2418-8939A2392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56A66-37B4-01ED-0F07-41AEAD41C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356B7-A3C2-442B-204E-D8A947937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D2C3B-813A-A445-C5C9-30DD7B377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E522A-2184-DE56-6F0A-62ADC664F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B07E5-08F2-C9C7-AB46-F1F16F4E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CD104-DA67-5D73-435F-7AB99EEA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607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5C52-7A09-0581-9E28-732BC792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A3864-EE81-E1A8-3FCA-940C6939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BEC60-E73E-F4B8-34FF-2032196D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F1D31-7C61-08F2-BF32-EBC19B38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4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AEF73-FC3A-3E23-FF03-04DEEB77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DE635-FE03-F8C6-8C63-39BA23F4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996D-ECAC-0E7A-BAA0-30DF429D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859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7600-46BA-310F-E840-9FD891EE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B522-C0B2-C9D4-69A4-5BAC0C9B0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AB4AD-89D5-0560-F415-7AD941131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AE0E2-53FB-FC0C-6FFC-6DA548AA5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29A5F-B066-AE3A-B101-71144257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D923F-377C-633F-EF98-CF9B4C06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442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B2FF-FAE7-0DDB-F193-9DEAD97E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DE531-9654-C3AA-8EA8-0A57169E9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B3564-784E-E424-7BF5-A422D65E5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29DF2-58F8-C2E1-7BD8-D6C32B9B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E5B1B-4EFF-8334-361C-4507751D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7B532-7C88-2DAB-E4E4-09B891BB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37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E18F-448A-8DA0-FC0A-C6232609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8D12E-D5C3-7905-2927-162149488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E81EC-713F-5DB0-8215-699C2016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6A23-ABB2-7851-EC95-59594BA7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9B78B-DA71-6C99-CD79-3FC70DA9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43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4A6BA-98E5-7EA2-46CE-8810EFA2A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0F95B-13B5-ACFE-983A-DA8BE6312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A19D3-F465-12BE-2F21-25B74CB5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5E0B5-284B-ADA6-80A7-C539A76F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3CB72-1206-FAD7-23C6-89B72058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6441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61397C-706D-4EB8-B1E1-D1B680D284C3}" type="datetime1">
              <a:rPr lang="en-US" smtClean="0"/>
              <a:t>10/23/2026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300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21B6B-3277-7B3E-D636-D9AFF1E2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F435F-36AF-313C-7FA1-017B05742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41C9C-270A-4951-1EAA-61A2E2634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57EAC-F02C-41AB-966A-B857386BB5B4}" type="datetimeFigureOut">
              <a:rPr lang="en-CA" smtClean="0"/>
              <a:t>2026-10-23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94C93-997A-BD0B-48F6-10EF316F8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DE3BB-45FF-070C-2C0C-02C6FC0BC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5112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jp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58F0ED-9F1D-EFEC-3544-41B5BB8F4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7" r="7867"/>
          <a:stretch/>
        </p:blipFill>
        <p:spPr>
          <a:xfrm flipH="1"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B66FF80-661C-B63A-31A9-41C8E14A7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931417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React2Shell on Amazon EKS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FFB20242-D968-BFEB-4CC4-53D1AD03B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806289" cy="135939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One vulnerability. Four layers.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Attack. Detect. Harden. Integrate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05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4D4A6-B1DA-E51A-5483-FC1FF329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FAB4-09B7-EB32-768D-B4308FE8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</a:t>
            </a:r>
            <a:r>
              <a:rPr lang="en-CA" sz="4800" b="1" dirty="0" err="1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DevSecOps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engineer's Story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E4947C39-FB44-13AB-6D85-5B4536E612D4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Scenario: </a:t>
            </a:r>
            <a:endParaRPr lang="en-US" sz="32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environment is hardened. Changes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coming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US" sz="32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6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we </a:t>
            </a:r>
            <a:r>
              <a:rPr lang="en-US" sz="36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security part of everyday delivery</a:t>
            </a:r>
            <a:r>
              <a:rPr lang="en-US" sz="36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changes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workloads after deployment.</a:t>
            </a:r>
          </a:p>
          <a:p>
            <a:pPr marL="0" indent="0">
              <a:buNone/>
            </a:pPr>
            <a:endParaRPr lang="en-US" sz="32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3200" dirty="0" err="1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DevSecOps</a:t>
            </a:r>
            <a:r>
              <a:rPr lang="en-US" sz="3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engineer</a:t>
            </a: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integrates security into delivery and operations…</a:t>
            </a:r>
            <a:endParaRPr lang="en-CA" sz="32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039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7E8E8-54A4-6E19-1F57-93BCF0D1E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5D59-58A3-7854-B826-158C6AC2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Shift Left: Security Checks in CI</a:t>
            </a:r>
            <a:endParaRPr lang="en-CA" sz="48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297C47D2-BC10-55D6-48AF-759CA96267BF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GitHub Actions workflows: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85603F-27AF-F9C5-D560-9E605E886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941550"/>
              </p:ext>
            </p:extLst>
          </p:nvPr>
        </p:nvGraphicFramePr>
        <p:xfrm>
          <a:off x="447040" y="2152226"/>
          <a:ext cx="9855200" cy="381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40610">
                  <a:extLst>
                    <a:ext uri="{9D8B030D-6E8A-4147-A177-3AD203B41FA5}">
                      <a16:colId xmlns:a16="http://schemas.microsoft.com/office/drawing/2014/main" val="1187421565"/>
                    </a:ext>
                  </a:extLst>
                </a:gridCol>
                <a:gridCol w="7514590">
                  <a:extLst>
                    <a:ext uri="{9D8B030D-6E8A-4147-A177-3AD203B41FA5}">
                      <a16:colId xmlns:a16="http://schemas.microsoft.com/office/drawing/2014/main" val="873190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1" kern="1200" dirty="0">
                          <a:solidFill>
                            <a:schemeClr val="lt1"/>
                          </a:solidFill>
                          <a:effectLst/>
                        </a:rPr>
                        <a:t>Workflow</a:t>
                      </a:r>
                      <a:endParaRPr lang="en-CA" sz="2800" b="1" kern="12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1" kern="1200" dirty="0">
                          <a:solidFill>
                            <a:schemeClr val="lt1"/>
                          </a:solidFill>
                          <a:effectLst/>
                        </a:rPr>
                        <a:t>Checks</a:t>
                      </a:r>
                      <a:endParaRPr lang="en-CA" sz="2800" b="1" kern="1200" dirty="0">
                        <a:solidFill>
                          <a:schemeClr val="lt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459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ci-</a:t>
                      </a:r>
                      <a:r>
                        <a:rPr lang="en-CA" sz="2400" b="0" kern="1200" dirty="0" err="1">
                          <a:solidFill>
                            <a:schemeClr val="dk1"/>
                          </a:solidFill>
                          <a:effectLst/>
                        </a:rPr>
                        <a:t>code.yml</a:t>
                      </a: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Dependencies</a:t>
                      </a: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, exposed secrets, and configuration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71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ci-</a:t>
                      </a:r>
                      <a:r>
                        <a:rPr lang="en-CA" sz="2400" b="0" kern="1200" dirty="0" err="1">
                          <a:solidFill>
                            <a:schemeClr val="dk1"/>
                          </a:solidFill>
                          <a:effectLst/>
                        </a:rPr>
                        <a:t>image.yml</a:t>
                      </a: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Dockerfile</a:t>
                      </a: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, image vulnerabilities, and SBOM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491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ci-</a:t>
                      </a:r>
                      <a:r>
                        <a:rPr lang="en-CA" sz="2400" b="0" kern="1200" dirty="0" err="1">
                          <a:solidFill>
                            <a:schemeClr val="dk1"/>
                          </a:solidFill>
                          <a:effectLst/>
                        </a:rPr>
                        <a:t>manifest.yml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Kubernetes </a:t>
                      </a:r>
                      <a:r>
                        <a:rPr lang="en-CA" sz="2400" b="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manifest</a:t>
                      </a:r>
                      <a:r>
                        <a:rPr lang="en-CA" sz="2400" b="0" kern="1200" dirty="0">
                          <a:solidFill>
                            <a:schemeClr val="dk1"/>
                          </a:solidFill>
                          <a:effectLst/>
                        </a:rPr>
                        <a:t> configuration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63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dirty="0"/>
                        <a:t>ci-</a:t>
                      </a:r>
                      <a:r>
                        <a:rPr lang="en-CA" sz="2400" dirty="0" err="1"/>
                        <a:t>iac.yml</a:t>
                      </a:r>
                      <a:endParaRPr lang="en-CA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Terraform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</a:rPr>
                        <a:t> validation, configuration, and secrets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218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906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7000">
        <p159:morph option="byObject"/>
      </p:transition>
    </mc:Choice>
    <mc:Fallback xmlns="">
      <p:transition spd="slow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4D9A7-DCEE-DCA0-DA98-71A9AE53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77E4-2CA8-F4FC-8E1A-CA838262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Shift Left: Code Layer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6D39672-5DE8-912C-D166-82B9E9C2D32A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92000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Check dependencies, secrets, and configuration(GitHub Actions </a:t>
            </a: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ci-</a:t>
            </a:r>
            <a:r>
              <a:rPr lang="en-CA" dirty="0" err="1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code.yml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 dependencies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known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vulnerabilities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exposed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secrets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supported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misconfigurations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CA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9A90CA-2906-AD3F-80C3-C95C4F32C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39" y="2774629"/>
            <a:ext cx="9233210" cy="391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03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2000">
        <p159:morph option="byObject"/>
      </p:transition>
    </mc:Choice>
    <mc:Fallback xmlns=""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F95D-8B03-D080-49C5-6A4A58125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6116-412C-0665-E606-D36AC5D11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Shift Left: Code Layer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1EBABF02-3508-AACF-34CF-A7F995CCCE84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and scan the image before the publish stage (GitHub Actions </a:t>
            </a: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ci-</a:t>
            </a:r>
            <a:r>
              <a:rPr lang="en-CA" dirty="0" err="1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image.yml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Check the </a:t>
            </a:r>
            <a:r>
              <a:rPr lang="en-US" sz="2400" dirty="0" err="1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Dockerfile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misconfigurations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and scan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image.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Generate a </a:t>
            </a:r>
            <a:r>
              <a:rPr lang="en-US" sz="2400" dirty="0" err="1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CycloneDX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bill of materials (SBOM)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Publish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only after prior jobs pass, on pushes to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master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F67D3-3472-17E2-BC06-1C32D9434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54" b="14025"/>
          <a:stretch>
            <a:fillRect/>
          </a:stretch>
        </p:blipFill>
        <p:spPr>
          <a:xfrm>
            <a:off x="280963" y="3723954"/>
            <a:ext cx="11551244" cy="274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09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7000">
        <p159:morph option="byObject"/>
      </p:transition>
    </mc:Choice>
    <mc:Fallback xmlns="">
      <p:transition spd="slow" advClick="0" advTm="1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2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BB97B-FE18-8E90-2717-B4EF254C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C96F8-A5E5-DFF7-3A83-D1B46F2B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Shift Left: Cluster and Container Layers</a:t>
            </a:r>
            <a:endParaRPr lang="en-CA" sz="48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91D8AB1C-3A15-3290-EB64-3D5886E9EBAC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Check Kubernetes manifests (GitHub Actions </a:t>
            </a:r>
            <a:r>
              <a:rPr lang="en-CA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ci-ci-</a:t>
            </a:r>
            <a:r>
              <a:rPr lang="en-CA" dirty="0" err="1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manifest.yml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Scan for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misconfigurations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Upload a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SARIF report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review.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Gate </a:t>
            </a:r>
            <a:r>
              <a:rPr lang="en-US" sz="2400" dirty="0" err="1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react.yaml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or CRITICAL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findings.</a:t>
            </a: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E583EE-99E4-D7FE-2EB6-64EBBA80B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9" y="3211471"/>
            <a:ext cx="10818421" cy="343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344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4B6F-BFFF-401E-0EDC-AE2F06ABC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EBEE2-3054-07A8-1A15-E2F08100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Shift Left: Cloud Layer</a:t>
            </a:r>
            <a:endParaRPr lang="en-CA" sz="48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616B6D21-9B66-6E77-7554-629B105C119A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Check Terraform configuration (GitHub Actions ci-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iac.yml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Check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formatting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Terraform codes.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Scan infrastructure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configuration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exposed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secrets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Apply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and CRITICAL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gates with configured exceptions.</a:t>
            </a: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CA967-0B75-97A9-3492-ECDC5F6F3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64" b="13376"/>
          <a:stretch>
            <a:fillRect/>
          </a:stretch>
        </p:blipFill>
        <p:spPr>
          <a:xfrm>
            <a:off x="344384" y="3087584"/>
            <a:ext cx="10858219" cy="369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499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117BD-62DB-F1B8-BE9B-3C3142671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C5DD-9F76-AE36-9E5A-4E3226FF9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Monitoring: Visibility After Deployment</a:t>
            </a:r>
            <a:endParaRPr lang="en-CA" sz="4800" b="1" dirty="0">
              <a:solidFill>
                <a:schemeClr val="tx1">
                  <a:lumMod val="9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77F0BEB-046E-A96A-CB91-3387B9904E54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AWS Monitoring Services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607C0B-CE3D-F7E4-16B6-B33DA203D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932420"/>
              </p:ext>
            </p:extLst>
          </p:nvPr>
        </p:nvGraphicFramePr>
        <p:xfrm>
          <a:off x="261688" y="2179320"/>
          <a:ext cx="11687296" cy="26614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59090">
                  <a:extLst>
                    <a:ext uri="{9D8B030D-6E8A-4147-A177-3AD203B41FA5}">
                      <a16:colId xmlns:a16="http://schemas.microsoft.com/office/drawing/2014/main" val="1187421565"/>
                    </a:ext>
                  </a:extLst>
                </a:gridCol>
                <a:gridCol w="9428206">
                  <a:extLst>
                    <a:ext uri="{9D8B030D-6E8A-4147-A177-3AD203B41FA5}">
                      <a16:colId xmlns:a16="http://schemas.microsoft.com/office/drawing/2014/main" val="873190448"/>
                    </a:ext>
                  </a:extLst>
                </a:gridCol>
              </a:tblGrid>
              <a:tr h="224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AWS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0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459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CloudWatch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is failing or degrading?</a:t>
                      </a:r>
                      <a:endParaRPr lang="en-CA" sz="28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371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CloudTrail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Who called which AWS API, when, and from where?</a:t>
                      </a:r>
                      <a:endParaRPr lang="en-CA" sz="2800" b="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491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CA" sz="2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GuardDuty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CA" sz="2800" b="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potential threats or unusual activity need investigation?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863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0661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8000">
        <p159:morph option="byObject"/>
      </p:transition>
    </mc:Choice>
    <mc:Fallback xmlns=""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7CA41-34A1-2F61-5D2B-67836B74B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1D08-17AB-5427-1817-1280CFE9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Monitoring: Sample GuardDuty Alert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D834EB94-95D9-64E9-97CD-877FB4004862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Test the notification path with a sample finding.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Generate a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GuardDuty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sample finding.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Type: </a:t>
            </a:r>
            <a:r>
              <a:rPr lang="en-US" dirty="0" err="1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CredentialAccess:Kubernetes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AnomalousBehavior.SecretsAccesseds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Recorded severity: 5.0.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The administrator receives an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 notification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802AF0-17C2-8DF5-8420-99EADAF05A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01" t="9640" r="3518" b="14162"/>
          <a:stretch>
            <a:fillRect/>
          </a:stretch>
        </p:blipFill>
        <p:spPr>
          <a:xfrm>
            <a:off x="6388924" y="4256458"/>
            <a:ext cx="5640779" cy="1273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FBF310-D16B-00BB-462C-79A756EB8E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8" b="4355"/>
          <a:stretch>
            <a:fillRect/>
          </a:stretch>
        </p:blipFill>
        <p:spPr>
          <a:xfrm>
            <a:off x="162297" y="4256458"/>
            <a:ext cx="5840927" cy="89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84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9000">
        <p159:morph option="byObject"/>
      </p:transition>
    </mc:Choice>
    <mc:Fallback xmlns="">
      <p:transition spd="slow" advClick="0" advTm="1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2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32FE-E19B-800E-DB81-A7DD3A724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B58D8-8DB0-9F39-7C33-568689472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Future Option: Policy as Code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A2C6A2A8-56D8-EB3F-C6CF-8ACBD606881E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Extend enforcement with </a:t>
            </a:r>
            <a:r>
              <a:rPr lang="en-US" dirty="0" err="1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Kyverno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OPA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Gatekeeper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Reject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privileged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workloads.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Restrict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registries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Require ownership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labels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2EC96DA-FF19-BD62-313C-17E7342C3495}"/>
              </a:ext>
            </a:extLst>
          </p:cNvPr>
          <p:cNvGrpSpPr/>
          <p:nvPr/>
        </p:nvGrpSpPr>
        <p:grpSpPr>
          <a:xfrm>
            <a:off x="6096000" y="1851586"/>
            <a:ext cx="5715193" cy="4407907"/>
            <a:chOff x="6096000" y="1851586"/>
            <a:chExt cx="5715193" cy="440790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611E257-BC2C-9F9F-3F46-FC7D6DEF5E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021"/>
            <a:stretch>
              <a:fillRect/>
            </a:stretch>
          </p:blipFill>
          <p:spPr>
            <a:xfrm>
              <a:off x="6096000" y="1851586"/>
              <a:ext cx="5715193" cy="403857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87F1577-DB0A-38C4-39B2-645BA7FF93A6}"/>
                </a:ext>
              </a:extLst>
            </p:cNvPr>
            <p:cNvSpPr txBox="1"/>
            <p:nvPr/>
          </p:nvSpPr>
          <p:spPr>
            <a:xfrm>
              <a:off x="6447717" y="5890161"/>
              <a:ext cx="47732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ref: https://spacelift.io/blog/policy-as-code-tools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2662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2000">
        <p159:morph option="byObject"/>
      </p:transition>
    </mc:Choice>
    <mc:Fallback xmlns=""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F620-462C-A472-6F95-9178E65D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FD519-2100-E5EC-537E-6A3194D0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2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Future Option: Centralized Secret Management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4BD1894-3F3D-A750-7804-0748A135461B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 Secrets Manager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Secrets Operator (ESO)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Keep secret values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 of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manifests.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Synchronize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selected values into Kubernetes Secrets.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Retain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least-privilege access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those Secrets.</a:t>
            </a: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40684D-46CD-E6D2-26CA-00EC1199C4C1}"/>
              </a:ext>
            </a:extLst>
          </p:cNvPr>
          <p:cNvGrpSpPr/>
          <p:nvPr/>
        </p:nvGrpSpPr>
        <p:grpSpPr>
          <a:xfrm>
            <a:off x="5721515" y="2744072"/>
            <a:ext cx="6129555" cy="3919182"/>
            <a:chOff x="5721515" y="2744072"/>
            <a:chExt cx="6129555" cy="391918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FBA619-4D1F-59EF-CE15-8FE623933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21515" y="2744072"/>
              <a:ext cx="6129555" cy="354985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873DF88-652E-7BED-BCCA-23C633AD74A1}"/>
                </a:ext>
              </a:extLst>
            </p:cNvPr>
            <p:cNvSpPr txBox="1"/>
            <p:nvPr/>
          </p:nvSpPr>
          <p:spPr>
            <a:xfrm>
              <a:off x="6096000" y="6293922"/>
              <a:ext cx="5735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https://external-secrets.io/latest/introduction/overview/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8100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2000">
        <p159:morph option="byObject"/>
      </p:transition>
    </mc:Choice>
    <mc:Fallback xmlns=""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7BC2F-7339-D486-9129-A6BD31FD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1591F-31EE-221E-F617-4B4450D31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Future Options: Deeper Observability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6E4B818F-D6C7-D7EA-9E2C-9B9694A0F527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VPC Flow Logs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network traffic metadata.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CloudWatch Logs Insights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queries over collected logs.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Falco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runtime security detection.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LGTM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logs, dashboards, traces, and metrics.</a:t>
            </a: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79EA26C-61E7-6EED-0548-B922C672C36E}"/>
              </a:ext>
            </a:extLst>
          </p:cNvPr>
          <p:cNvGrpSpPr/>
          <p:nvPr/>
        </p:nvGrpSpPr>
        <p:grpSpPr>
          <a:xfrm>
            <a:off x="354642" y="4885212"/>
            <a:ext cx="1527085" cy="1185156"/>
            <a:chOff x="785252" y="4465123"/>
            <a:chExt cx="1527085" cy="11851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0FA845C-CA0D-7CE4-A799-0145FEF18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4890" y="4465123"/>
              <a:ext cx="731520" cy="73152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8A6498D-BAA2-FA7A-1DB1-1B717B5BA652}"/>
                </a:ext>
              </a:extLst>
            </p:cNvPr>
            <p:cNvSpPr txBox="1"/>
            <p:nvPr/>
          </p:nvSpPr>
          <p:spPr>
            <a:xfrm>
              <a:off x="785252" y="5280947"/>
              <a:ext cx="15270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VPC Flow Logs</a:t>
              </a:r>
              <a:endPara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B47EE0-C306-07F9-637E-C760218A9382}"/>
              </a:ext>
            </a:extLst>
          </p:cNvPr>
          <p:cNvGrpSpPr/>
          <p:nvPr/>
        </p:nvGrpSpPr>
        <p:grpSpPr>
          <a:xfrm>
            <a:off x="2658810" y="4885212"/>
            <a:ext cx="1797159" cy="1462155"/>
            <a:chOff x="785252" y="4465123"/>
            <a:chExt cx="1797159" cy="146215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FFEDD9F-819F-71A5-FD3E-2E6FF847E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16103" y="4465123"/>
              <a:ext cx="731520" cy="73152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F2D355C-7CFC-419B-E96F-6A5230F8A0A1}"/>
                </a:ext>
              </a:extLst>
            </p:cNvPr>
            <p:cNvSpPr txBox="1"/>
            <p:nvPr/>
          </p:nvSpPr>
          <p:spPr>
            <a:xfrm>
              <a:off x="785252" y="5280947"/>
              <a:ext cx="17971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CloudWatch Logs</a:t>
              </a:r>
            </a:p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Insights</a:t>
              </a:r>
              <a:endPara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D6AEBDE-986D-7AE3-6684-F5CD305094E6}"/>
              </a:ext>
            </a:extLst>
          </p:cNvPr>
          <p:cNvGrpSpPr/>
          <p:nvPr/>
        </p:nvGrpSpPr>
        <p:grpSpPr>
          <a:xfrm>
            <a:off x="5233051" y="4885212"/>
            <a:ext cx="706972" cy="1185156"/>
            <a:chOff x="1328377" y="4465123"/>
            <a:chExt cx="706972" cy="1185156"/>
          </a:xfrm>
        </p:grpSpPr>
        <p:pic>
          <p:nvPicPr>
            <p:cNvPr id="27" name="Picture 23">
              <a:extLst>
                <a:ext uri="{FF2B5EF4-FFF2-40B4-BE49-F238E27FC236}">
                  <a16:creationId xmlns:a16="http://schemas.microsoft.com/office/drawing/2014/main" id="{367EF037-C545-B7BC-C4F3-092464ED81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328377" y="4465123"/>
              <a:ext cx="706972" cy="73152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CF9040-5AB7-0394-F397-552DE9B94375}"/>
                </a:ext>
              </a:extLst>
            </p:cNvPr>
            <p:cNvSpPr txBox="1"/>
            <p:nvPr/>
          </p:nvSpPr>
          <p:spPr>
            <a:xfrm>
              <a:off x="1351112" y="5280947"/>
              <a:ext cx="665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Falco</a:t>
              </a:r>
              <a:endPara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D624169-0980-F100-FC7D-A038051E4C07}"/>
              </a:ext>
            </a:extLst>
          </p:cNvPr>
          <p:cNvGrpSpPr/>
          <p:nvPr/>
        </p:nvGrpSpPr>
        <p:grpSpPr>
          <a:xfrm>
            <a:off x="7123399" y="4885212"/>
            <a:ext cx="4249338" cy="1185156"/>
            <a:chOff x="6724471" y="4289682"/>
            <a:chExt cx="4249338" cy="118515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BCD777E-92DE-EA1D-739F-C93496BDA15A}"/>
                </a:ext>
              </a:extLst>
            </p:cNvPr>
            <p:cNvGrpSpPr/>
            <p:nvPr/>
          </p:nvGrpSpPr>
          <p:grpSpPr>
            <a:xfrm>
              <a:off x="6724471" y="4289682"/>
              <a:ext cx="731520" cy="1185156"/>
              <a:chOff x="1316103" y="4465123"/>
              <a:chExt cx="731520" cy="1185156"/>
            </a:xfrm>
          </p:grpSpPr>
          <p:pic>
            <p:nvPicPr>
              <p:cNvPr id="24" name="Picture 23">
                <a:extLst>
                  <a:ext uri="{FF2B5EF4-FFF2-40B4-BE49-F238E27FC236}">
                    <a16:creationId xmlns:a16="http://schemas.microsoft.com/office/drawing/2014/main" id="{97F2D87F-1286-D622-780C-2133E7A467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316103" y="4465123"/>
                <a:ext cx="731520" cy="731520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4FE9FD7-EBE4-F0B5-35B0-67EA4A45B630}"/>
                  </a:ext>
                </a:extLst>
              </p:cNvPr>
              <p:cNvSpPr txBox="1"/>
              <p:nvPr/>
            </p:nvSpPr>
            <p:spPr>
              <a:xfrm>
                <a:off x="1403146" y="5280947"/>
                <a:ext cx="561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Loki</a:t>
                </a:r>
                <a:endParaRPr lang="en-CA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972A7BC-B54C-F29F-FCAE-A78D2225DC7A}"/>
                </a:ext>
              </a:extLst>
            </p:cNvPr>
            <p:cNvGrpSpPr/>
            <p:nvPr/>
          </p:nvGrpSpPr>
          <p:grpSpPr>
            <a:xfrm>
              <a:off x="7773983" y="4289682"/>
              <a:ext cx="924292" cy="1185156"/>
              <a:chOff x="1221687" y="4465123"/>
              <a:chExt cx="924292" cy="1185156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5443365F-36F7-17DE-898F-C96039A4F6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316103" y="4465123"/>
                <a:ext cx="731520" cy="731520"/>
              </a:xfrm>
              <a:prstGeom prst="rect">
                <a:avLst/>
              </a:prstGeom>
            </p:spPr>
          </p:pic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2C6F509-BDE6-AB5D-B567-F5B023B8BF35}"/>
                  </a:ext>
                </a:extLst>
              </p:cNvPr>
              <p:cNvSpPr txBox="1"/>
              <p:nvPr/>
            </p:nvSpPr>
            <p:spPr>
              <a:xfrm>
                <a:off x="1221687" y="5280947"/>
                <a:ext cx="924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Grafana</a:t>
                </a:r>
                <a:endParaRPr lang="en-CA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625B173-C2B4-2BCA-60AE-70213238EE05}"/>
                </a:ext>
              </a:extLst>
            </p:cNvPr>
            <p:cNvGrpSpPr/>
            <p:nvPr/>
          </p:nvGrpSpPr>
          <p:grpSpPr>
            <a:xfrm>
              <a:off x="9016267" y="4357717"/>
              <a:ext cx="819775" cy="1117121"/>
              <a:chOff x="1273945" y="4533158"/>
              <a:chExt cx="819775" cy="1117121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8D572BCB-4DFF-41D7-C866-AC662B6163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316103" y="4533158"/>
                <a:ext cx="731520" cy="595450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D10238-85B3-D041-69B8-3A9B0F8A957E}"/>
                  </a:ext>
                </a:extLst>
              </p:cNvPr>
              <p:cNvSpPr txBox="1"/>
              <p:nvPr/>
            </p:nvSpPr>
            <p:spPr>
              <a:xfrm>
                <a:off x="1273945" y="5280947"/>
                <a:ext cx="819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Tempo</a:t>
                </a:r>
                <a:endParaRPr lang="en-CA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201E18F-CD2B-A174-9D08-61EE4DCD0BC5}"/>
                </a:ext>
              </a:extLst>
            </p:cNvPr>
            <p:cNvGrpSpPr/>
            <p:nvPr/>
          </p:nvGrpSpPr>
          <p:grpSpPr>
            <a:xfrm>
              <a:off x="10154034" y="4357717"/>
              <a:ext cx="819775" cy="1117121"/>
              <a:chOff x="1273945" y="4533158"/>
              <a:chExt cx="819775" cy="1117121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1EF2A68D-F6CC-280F-DDB1-376F222BFE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384138" y="4533158"/>
                <a:ext cx="595450" cy="595450"/>
              </a:xfrm>
              <a:prstGeom prst="rect">
                <a:avLst/>
              </a:prstGeom>
            </p:spPr>
          </p:pic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752DD99-ECAA-1C96-EF60-4DEA2E98BDE9}"/>
                  </a:ext>
                </a:extLst>
              </p:cNvPr>
              <p:cNvSpPr txBox="1"/>
              <p:nvPr/>
            </p:nvSpPr>
            <p:spPr>
              <a:xfrm>
                <a:off x="1273945" y="5280947"/>
                <a:ext cx="819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Mimir </a:t>
                </a:r>
                <a:endParaRPr lang="en-CA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5283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5000">
        <p159:morph option="byObject"/>
      </p:transition>
    </mc:Choice>
    <mc:Fallback xmlns="">
      <p:transition spd="slow" advClick="0" advTm="1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662BA-3328-E60E-1055-F40CFF8BE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5847-BA8B-EED2-25FA-5840EFA87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Future Option: AIOps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9573AA45-CFFE-0832-76CF-810DDDDBC247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Potential uses for AI in operations: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Analyze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 signals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scale.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Correlate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reduce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noise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- Support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investigation and response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automation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CA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767A39F-AC7B-8D5D-48F2-443F49E9F485}"/>
              </a:ext>
            </a:extLst>
          </p:cNvPr>
          <p:cNvGrpSpPr/>
          <p:nvPr/>
        </p:nvGrpSpPr>
        <p:grpSpPr>
          <a:xfrm>
            <a:off x="8280472" y="3517834"/>
            <a:ext cx="3669787" cy="3152894"/>
            <a:chOff x="8206331" y="3295412"/>
            <a:chExt cx="3669787" cy="315289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9A9F4C-AEE1-4466-0787-9A6516EAF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69625" y="3295412"/>
              <a:ext cx="2743200" cy="27432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7E87606-3CCF-90A9-0C0C-4CAC911D56A0}"/>
                </a:ext>
              </a:extLst>
            </p:cNvPr>
            <p:cNvSpPr txBox="1"/>
            <p:nvPr/>
          </p:nvSpPr>
          <p:spPr>
            <a:xfrm>
              <a:off x="8206331" y="6078974"/>
              <a:ext cx="36697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/>
                <a:t>https://en.wikipedia.org/wiki/AIOps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3303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12000">
        <p159:morph option="byObject"/>
      </p:transition>
    </mc:Choice>
    <mc:Fallback xmlns=""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22DF8-9F66-8FEF-7485-D164CA6C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F84BB-AE44-4E0E-879E-81ECEF206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Vulnerability. Four Layers. Four Perspectives.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2777513A-1939-1664-29D1-A96435A25B98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0D0AD-6D9F-144C-3C0E-36B367822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60" y="970356"/>
            <a:ext cx="10292080" cy="579291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903CD1-F7FB-2418-0C35-44873B1A48BE}"/>
              </a:ext>
            </a:extLst>
          </p:cNvPr>
          <p:cNvSpPr/>
          <p:nvPr/>
        </p:nvSpPr>
        <p:spPr>
          <a:xfrm>
            <a:off x="1093304" y="2534478"/>
            <a:ext cx="10048461" cy="894522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2093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8000">
        <p159:morph option="byObject"/>
      </p:transition>
    </mc:Choice>
    <mc:Fallback xmlns=""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E1FF-C0D0-67CC-B4CD-A6FA44001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9693-7FC8-A6D4-952F-E2BA7C1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Vulnerability. Four Layers. Four Perspectives.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1F16EFAC-2510-5968-0875-7C8980346F01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29AEC-E5D5-115A-0326-1D98AADC1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60" y="970356"/>
            <a:ext cx="10292080" cy="579291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AC3DD1-E1A6-AD2D-75E6-92157D1DF22C}"/>
              </a:ext>
            </a:extLst>
          </p:cNvPr>
          <p:cNvSpPr/>
          <p:nvPr/>
        </p:nvSpPr>
        <p:spPr>
          <a:xfrm>
            <a:off x="1093304" y="3438939"/>
            <a:ext cx="10048461" cy="894522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8851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1D877-8C35-1482-A670-21773C9D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6792-16EE-83A0-9DAD-7431CE65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Vulnerability. Four Layers. Four Perspectives.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B34421BC-93A3-EF7D-FC64-1C6A1FB52971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1973A7-F12B-424E-3CC0-63F1D826F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60" y="970356"/>
            <a:ext cx="10292080" cy="579291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016027-6AD1-7B3C-8124-00893F8D21AB}"/>
              </a:ext>
            </a:extLst>
          </p:cNvPr>
          <p:cNvSpPr/>
          <p:nvPr/>
        </p:nvSpPr>
        <p:spPr>
          <a:xfrm>
            <a:off x="1093304" y="4323522"/>
            <a:ext cx="10048461" cy="894522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6466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EC9C-6441-1934-D476-CA60B094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29E2B-3E0D-8416-E91A-1BB67294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US" sz="46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Vulnerability. Four Layers. Four Perspectives.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67114320-C0B6-A6B2-DA35-B8B522A4A5A8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CA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263E5B-7829-BEC9-8456-F872F1E38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60" y="970356"/>
            <a:ext cx="10292080" cy="579291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4E9C0A-DD5A-8BD4-0928-4E4EE02995FB}"/>
              </a:ext>
            </a:extLst>
          </p:cNvPr>
          <p:cNvSpPr/>
          <p:nvPr/>
        </p:nvSpPr>
        <p:spPr>
          <a:xfrm>
            <a:off x="1093304" y="5227983"/>
            <a:ext cx="10048461" cy="894522"/>
          </a:xfrm>
          <a:prstGeom prst="roundRect">
            <a:avLst/>
          </a:prstGeom>
          <a:noFill/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6943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0">
        <p159:morph option="byObject"/>
      </p:transition>
    </mc:Choice>
    <mc:Fallback xmlns="">
      <p:transition spd="slow" advClick="0" advTm="10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45580-61FF-1A4D-BFE0-658FDAB1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63999-6673-ECBE-B049-2F7D9FF43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54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LET'S TALK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D40BA03-07A8-D387-6410-70DDEC7318E2}"/>
              </a:ext>
            </a:extLst>
          </p:cNvPr>
          <p:cNvCxnSpPr/>
          <p:nvPr/>
        </p:nvCxnSpPr>
        <p:spPr>
          <a:xfrm>
            <a:off x="115502" y="1049154"/>
            <a:ext cx="3657600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E09983B-0D3F-4767-7BF1-6D71DA878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70536"/>
            <a:ext cx="12191999" cy="5587464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Links:</a:t>
            </a: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▸  🔗  Project website: react2shell-eks.arguswatcher.net</a:t>
            </a: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▸  💻  GitHub: github.com/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simonangel-fong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/react2shell-eks</a:t>
            </a:r>
          </a:p>
          <a:p>
            <a:pPr marL="0" indent="0"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▸  👤  LinkedIn: linkedin.com/in/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simonangelfong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1399819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250" advClick="0" advTm="7000">
        <p159:morph option="byObject"/>
      </p:transition>
    </mc:Choice>
    <mc:Fallback>
      <p:transition spd="slow" advClick="0" advTm="7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2377</TotalTime>
  <Words>1031</Words>
  <Application>Microsoft Office PowerPoint</Application>
  <PresentationFormat>Widescreen</PresentationFormat>
  <Paragraphs>134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React2Shell on Amazon EKS</vt:lpstr>
      <vt:lpstr>A DevSecOps engineer's Story</vt:lpstr>
      <vt:lpstr>Shift Left: Security Checks in CI</vt:lpstr>
      <vt:lpstr>Shift Left: Code Layer</vt:lpstr>
      <vt:lpstr>Shift Left: Code Layer</vt:lpstr>
      <vt:lpstr>Shift Left: Cluster and Container Layers</vt:lpstr>
      <vt:lpstr>Shift Left: Cloud Layer</vt:lpstr>
      <vt:lpstr>Monitoring: Visibility After Deployment</vt:lpstr>
      <vt:lpstr>Monitoring: Sample GuardDuty Alert</vt:lpstr>
      <vt:lpstr>Future Option: Policy as Code</vt:lpstr>
      <vt:lpstr>Future Option: Centralized Secret Management</vt:lpstr>
      <vt:lpstr>Future Options: Deeper Observability</vt:lpstr>
      <vt:lpstr>Future Option: AIOps</vt:lpstr>
      <vt:lpstr>One Vulnerability. Four Layers. Four Perspectives.</vt:lpstr>
      <vt:lpstr>One Vulnerability. Four Layers. Four Perspectives.</vt:lpstr>
      <vt:lpstr>One Vulnerability. Four Layers. Four Perspectives.</vt:lpstr>
      <vt:lpstr>One Vulnerability. Four Layers. Four Perspectives.</vt:lpstr>
      <vt:lpstr>LET'S TALK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Fong</dc:creator>
  <cp:lastModifiedBy>Simon Fong</cp:lastModifiedBy>
  <cp:revision>1</cp:revision>
  <dcterms:created xsi:type="dcterms:W3CDTF">2026-08-28T02:42:08Z</dcterms:created>
  <dcterms:modified xsi:type="dcterms:W3CDTF">2026-10-23T20:36:27Z</dcterms:modified>
</cp:coreProperties>
</file>