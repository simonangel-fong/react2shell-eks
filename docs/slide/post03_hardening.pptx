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28"/>
  </p:notesMasterIdLst>
  <p:sldIdLst>
    <p:sldId id="256" r:id="rId2"/>
    <p:sldId id="354" r:id="rId3"/>
    <p:sldId id="351" r:id="rId4"/>
    <p:sldId id="355" r:id="rId5"/>
    <p:sldId id="358" r:id="rId6"/>
    <p:sldId id="357" r:id="rId7"/>
    <p:sldId id="359" r:id="rId8"/>
    <p:sldId id="360" r:id="rId9"/>
    <p:sldId id="361" r:id="rId10"/>
    <p:sldId id="362" r:id="rId11"/>
    <p:sldId id="363" r:id="rId12"/>
    <p:sldId id="365" r:id="rId13"/>
    <p:sldId id="364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6" r:id="rId23"/>
    <p:sldId id="377" r:id="rId24"/>
    <p:sldId id="378" r:id="rId25"/>
    <p:sldId id="375" r:id="rId26"/>
    <p:sldId id="3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4204D-38C5-4D77-BC32-C46FB8046D77}" v="599" dt="2026-10-23T00:23:20.269"/>
    <p1510:client id="{6AFEEB8B-BB36-4A3A-B06E-F26CB7EBBCFC}" v="557" dt="2026-10-22T02:23:34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58" autoAdjust="0"/>
  </p:normalViewPr>
  <p:slideViewPr>
    <p:cSldViewPr snapToGrid="0">
      <p:cViewPr varScale="1">
        <p:scale>
          <a:sx n="57" d="100"/>
          <a:sy n="57" d="100"/>
        </p:scale>
        <p:origin x="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Fong" userId="0989948daaec8292" providerId="LiveId" clId="{F12E0490-60F3-4147-9D04-93D87D41D5A0}"/>
    <pc:docChg chg="undo redo custSel addSld delSld modSld sldOrd modMainMaster">
      <pc:chgData name="Simon Fong" userId="0989948daaec8292" providerId="LiveId" clId="{F12E0490-60F3-4147-9D04-93D87D41D5A0}" dt="2026-10-23T00:28:29.267" v="15581" actId="12385"/>
      <pc:docMkLst>
        <pc:docMk/>
      </pc:docMkLst>
      <pc:sldChg chg="addSp delSp modSp new mod modTransition setBg modClrScheme addAnim delAnim modAnim setClrOvrMap delDesignElem chgLayout">
        <pc:chgData name="Simon Fong" userId="0989948daaec8292" providerId="LiveId" clId="{F12E0490-60F3-4147-9D04-93D87D41D5A0}" dt="2026-10-21T18:52:23.940" v="11643"/>
        <pc:sldMkLst>
          <pc:docMk/>
          <pc:sldMk cId="500054961" sldId="256"/>
        </pc:sldMkLst>
        <pc:spChg chg="mod">
          <ac:chgData name="Simon Fong" userId="0989948daaec8292" providerId="LiveId" clId="{F12E0490-60F3-4147-9D04-93D87D41D5A0}" dt="2026-10-20T22:34:54.386" v="4425"/>
          <ac:spMkLst>
            <pc:docMk/>
            <pc:sldMk cId="500054961" sldId="256"/>
            <ac:spMk id="22" creationId="{0B66FF80-661C-B63A-31A9-41C8E14A7664}"/>
          </ac:spMkLst>
        </pc:spChg>
        <pc:spChg chg="mod">
          <ac:chgData name="Simon Fong" userId="0989948daaec8292" providerId="LiveId" clId="{F12E0490-60F3-4147-9D04-93D87D41D5A0}" dt="2026-10-21T02:57:13.816" v="9107" actId="6549"/>
          <ac:spMkLst>
            <pc:docMk/>
            <pc:sldMk cId="500054961" sldId="256"/>
            <ac:spMk id="24" creationId="{FFB20242-D968-BFEB-4CC4-53D1AD03BDE0}"/>
          </ac:spMkLst>
        </pc:spChg>
        <pc:picChg chg="add mod ord">
          <ac:chgData name="Simon Fong" userId="0989948daaec8292" providerId="LiveId" clId="{F12E0490-60F3-4147-9D04-93D87D41D5A0}" dt="2026-10-20T22:34:34.354" v="4422" actId="14826"/>
          <ac:picMkLst>
            <pc:docMk/>
            <pc:sldMk cId="500054961" sldId="256"/>
            <ac:picMk id="32" creationId="{7158F0ED-9F1D-EFEC-3544-41B5BB8F4EAA}"/>
          </ac:picMkLst>
        </pc:picChg>
      </pc:sldChg>
      <pc:sldChg chg="addSp delSp modSp add del mod modTransition setBg addAnim delAnim modAnim modNotesTx">
        <pc:chgData name="Simon Fong" userId="0989948daaec8292" providerId="LiveId" clId="{F12E0490-60F3-4147-9D04-93D87D41D5A0}" dt="2026-10-22T20:46:38.064" v="13175" actId="2696"/>
        <pc:sldMkLst>
          <pc:docMk/>
          <pc:sldMk cId="1681895122" sldId="331"/>
        </pc:sldMkLst>
        <pc:spChg chg="mod">
          <ac:chgData name="Simon Fong" userId="0989948daaec8292" providerId="LiveId" clId="{F12E0490-60F3-4147-9D04-93D87D41D5A0}" dt="2026-10-22T00:07:27.532" v="12010" actId="6549"/>
          <ac:spMkLst>
            <pc:docMk/>
            <pc:sldMk cId="1681895122" sldId="331"/>
            <ac:spMk id="5" creationId="{9C661C2C-42CF-042C-526F-FF6ADD970227}"/>
          </ac:spMkLst>
        </pc:spChg>
        <pc:picChg chg="add mod modCrop">
          <ac:chgData name="Simon Fong" userId="0989948daaec8292" providerId="LiveId" clId="{F12E0490-60F3-4147-9D04-93D87D41D5A0}" dt="2026-10-22T00:07:35.488" v="12011" actId="1076"/>
          <ac:picMkLst>
            <pc:docMk/>
            <pc:sldMk cId="1681895122" sldId="331"/>
            <ac:picMk id="3" creationId="{A491A172-9A90-EBDF-B11F-89FF70985453}"/>
          </ac:picMkLst>
        </pc:picChg>
      </pc:sldChg>
      <pc:sldChg chg="addSp delSp modSp add del mod ord modTransition addAnim delAnim modAnim">
        <pc:chgData name="Simon Fong" userId="0989948daaec8292" providerId="LiveId" clId="{F12E0490-60F3-4147-9D04-93D87D41D5A0}" dt="2026-10-22T22:26:20.166" v="14642" actId="207"/>
        <pc:sldMkLst>
          <pc:docMk/>
          <pc:sldMk cId="531339455" sldId="351"/>
        </pc:sldMkLst>
        <pc:spChg chg="mod">
          <ac:chgData name="Simon Fong" userId="0989948daaec8292" providerId="LiveId" clId="{F12E0490-60F3-4147-9D04-93D87D41D5A0}" dt="2026-10-22T22:26:20.166" v="14642" actId="207"/>
          <ac:spMkLst>
            <pc:docMk/>
            <pc:sldMk cId="531339455" sldId="351"/>
            <ac:spMk id="5" creationId="{A35F2965-0C69-E248-8D70-710C2BDE0975}"/>
          </ac:spMkLst>
        </pc:spChg>
        <pc:spChg chg="add mod">
          <ac:chgData name="Simon Fong" userId="0989948daaec8292" providerId="LiveId" clId="{F12E0490-60F3-4147-9D04-93D87D41D5A0}" dt="2026-10-22T20:53:06.720" v="13314" actId="20577"/>
          <ac:spMkLst>
            <pc:docMk/>
            <pc:sldMk cId="531339455" sldId="351"/>
            <ac:spMk id="10" creationId="{7CB697BE-5801-4974-06A4-1FA507ADBEAC}"/>
          </ac:spMkLst>
        </pc:spChg>
        <pc:spChg chg="mod">
          <ac:chgData name="Simon Fong" userId="0989948daaec8292" providerId="LiveId" clId="{F12E0490-60F3-4147-9D04-93D87D41D5A0}" dt="2026-10-22T20:53:25.187" v="13317" actId="255"/>
          <ac:spMkLst>
            <pc:docMk/>
            <pc:sldMk cId="531339455" sldId="351"/>
            <ac:spMk id="21" creationId="{796B01BE-0A41-168A-ED76-93E134234257}"/>
          </ac:spMkLst>
        </pc:spChg>
        <pc:picChg chg="add mod">
          <ac:chgData name="Simon Fong" userId="0989948daaec8292" providerId="LiveId" clId="{F12E0490-60F3-4147-9D04-93D87D41D5A0}" dt="2026-10-22T20:54:09.777" v="13430" actId="1037"/>
          <ac:picMkLst>
            <pc:docMk/>
            <pc:sldMk cId="531339455" sldId="351"/>
            <ac:picMk id="2" creationId="{ADE4FCBA-10C7-73F0-6979-FBAD0FCD5338}"/>
          </ac:picMkLst>
        </pc:picChg>
        <pc:picChg chg="mod">
          <ac:chgData name="Simon Fong" userId="0989948daaec8292" providerId="LiveId" clId="{F12E0490-60F3-4147-9D04-93D87D41D5A0}" dt="2026-10-22T20:53:45.897" v="13332" actId="1037"/>
          <ac:picMkLst>
            <pc:docMk/>
            <pc:sldMk cId="531339455" sldId="351"/>
            <ac:picMk id="3" creationId="{7E876343-6FCE-7A6B-90CC-9261318EFF4B}"/>
          </ac:picMkLst>
        </pc:picChg>
        <pc:picChg chg="mod">
          <ac:chgData name="Simon Fong" userId="0989948daaec8292" providerId="LiveId" clId="{F12E0490-60F3-4147-9D04-93D87D41D5A0}" dt="2026-10-22T20:54:04.655" v="13401" actId="1038"/>
          <ac:picMkLst>
            <pc:docMk/>
            <pc:sldMk cId="531339455" sldId="351"/>
            <ac:picMk id="7" creationId="{8FE380F7-2A70-7FE1-DEA3-EF59681DB035}"/>
          </ac:picMkLst>
        </pc:picChg>
        <pc:picChg chg="mod">
          <ac:chgData name="Simon Fong" userId="0989948daaec8292" providerId="LiveId" clId="{F12E0490-60F3-4147-9D04-93D87D41D5A0}" dt="2026-10-22T20:53:54.978" v="13370" actId="1038"/>
          <ac:picMkLst>
            <pc:docMk/>
            <pc:sldMk cId="531339455" sldId="351"/>
            <ac:picMk id="8" creationId="{E2DBBC87-DBF4-4F70-96DD-9AB60111A7BD}"/>
          </ac:picMkLst>
        </pc:picChg>
        <pc:picChg chg="add mod">
          <ac:chgData name="Simon Fong" userId="0989948daaec8292" providerId="LiveId" clId="{F12E0490-60F3-4147-9D04-93D87D41D5A0}" dt="2026-10-22T20:48:09.932" v="13183" actId="1076"/>
          <ac:picMkLst>
            <pc:docMk/>
            <pc:sldMk cId="531339455" sldId="351"/>
            <ac:picMk id="9" creationId="{D815F994-293D-B066-0393-EA93F1187401}"/>
          </ac:picMkLst>
        </pc:picChg>
        <pc:picChg chg="add mod modCrop">
          <ac:chgData name="Simon Fong" userId="0989948daaec8292" providerId="LiveId" clId="{F12E0490-60F3-4147-9D04-93D87D41D5A0}" dt="2026-10-22T22:24:45.263" v="14614" actId="1076"/>
          <ac:picMkLst>
            <pc:docMk/>
            <pc:sldMk cId="531339455" sldId="351"/>
            <ac:picMk id="12" creationId="{67D437F7-1E99-79AC-C7F6-0F9B1713870D}"/>
          </ac:picMkLst>
        </pc:picChg>
        <pc:picChg chg="add del mod">
          <ac:chgData name="Simon Fong" userId="0989948daaec8292" providerId="LiveId" clId="{F12E0490-60F3-4147-9D04-93D87D41D5A0}" dt="2026-10-22T21:03:03.200" v="13508" actId="478"/>
          <ac:picMkLst>
            <pc:docMk/>
            <pc:sldMk cId="531339455" sldId="351"/>
            <ac:picMk id="14" creationId="{E756DB28-BF6F-BAD7-D7E2-27461D5E6F2F}"/>
          </ac:picMkLst>
        </pc:picChg>
      </pc:sldChg>
      <pc:sldChg chg="addSp delSp modSp add mod modTransition addAnim delAnim modAnim modNotesTx">
        <pc:chgData name="Simon Fong" userId="0989948daaec8292" providerId="LiveId" clId="{F12E0490-60F3-4147-9D04-93D87D41D5A0}" dt="2026-10-22T22:23:55.220" v="14611"/>
        <pc:sldMkLst>
          <pc:docMk/>
          <pc:sldMk cId="3746039619" sldId="354"/>
        </pc:sldMkLst>
        <pc:spChg chg="mod">
          <ac:chgData name="Simon Fong" userId="0989948daaec8292" providerId="LiveId" clId="{F12E0490-60F3-4147-9D04-93D87D41D5A0}" dt="2026-10-22T20:45:09.809" v="13114"/>
          <ac:spMkLst>
            <pc:docMk/>
            <pc:sldMk cId="3746039619" sldId="354"/>
            <ac:spMk id="2" creationId="{71F4FAB4-09B7-EB32-768D-B4308FE8B1ED}"/>
          </ac:spMkLst>
        </pc:spChg>
        <pc:spChg chg="mod">
          <ac:chgData name="Simon Fong" userId="0989948daaec8292" providerId="LiveId" clId="{F12E0490-60F3-4147-9D04-93D87D41D5A0}" dt="2026-10-22T22:23:31.179" v="14608" actId="207"/>
          <ac:spMkLst>
            <pc:docMk/>
            <pc:sldMk cId="3746039619" sldId="354"/>
            <ac:spMk id="5" creationId="{E4947C39-FB44-13AB-6D85-5B4536E612D4}"/>
          </ac:spMkLst>
        </pc:spChg>
        <pc:picChg chg="add del">
          <ac:chgData name="Simon Fong" userId="0989948daaec8292" providerId="LiveId" clId="{F12E0490-60F3-4147-9D04-93D87D41D5A0}" dt="2026-10-22T20:47:00.907" v="13179" actId="22"/>
          <ac:picMkLst>
            <pc:docMk/>
            <pc:sldMk cId="3746039619" sldId="354"/>
            <ac:picMk id="4" creationId="{2CC261FB-F928-DA65-C7E5-892B3C5845A5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77277012" sldId="355"/>
        </pc:sldMkLst>
        <pc:spChg chg="mod">
          <ac:chgData name="Simon Fong" userId="0989948daaec8292" providerId="LiveId" clId="{F12E0490-60F3-4147-9D04-93D87D41D5A0}" dt="2026-10-22T00:13:50.387" v="12084" actId="20577"/>
          <ac:spMkLst>
            <pc:docMk/>
            <pc:sldMk cId="277277012" sldId="355"/>
            <ac:spMk id="5" creationId="{3B16619F-43D0-A37C-B795-5857B441898A}"/>
          </ac:spMkLst>
        </pc:spChg>
        <pc:spChg chg="mod">
          <ac:chgData name="Simon Fong" userId="0989948daaec8292" providerId="LiveId" clId="{F12E0490-60F3-4147-9D04-93D87D41D5A0}" dt="2026-10-22T00:11:27.690" v="12033"/>
          <ac:spMkLst>
            <pc:docMk/>
            <pc:sldMk cId="277277012" sldId="355"/>
            <ac:spMk id="21" creationId="{95AA2652-E4FE-90A0-B535-A88153F01217}"/>
          </ac:spMkLst>
        </pc:spChg>
        <pc:picChg chg="mod modCrop">
          <ac:chgData name="Simon Fong" userId="0989948daaec8292" providerId="LiveId" clId="{F12E0490-60F3-4147-9D04-93D87D41D5A0}" dt="2026-10-22T00:13:54.070" v="12085" actId="1076"/>
          <ac:picMkLst>
            <pc:docMk/>
            <pc:sldMk cId="277277012" sldId="355"/>
            <ac:picMk id="3" creationId="{859B8CB6-3F21-E154-2434-2BF1496C7719}"/>
          </ac:picMkLst>
        </pc:picChg>
      </pc:sldChg>
      <pc:sldChg chg="modSp add mod ord addAnim delAnim modAnim">
        <pc:chgData name="Simon Fong" userId="0989948daaec8292" providerId="LiveId" clId="{F12E0490-60F3-4147-9D04-93D87D41D5A0}" dt="2026-10-22T22:30:17.764" v="14686" actId="207"/>
        <pc:sldMkLst>
          <pc:docMk/>
          <pc:sldMk cId="3195708841" sldId="355"/>
        </pc:sldMkLst>
        <pc:spChg chg="mod">
          <ac:chgData name="Simon Fong" userId="0989948daaec8292" providerId="LiveId" clId="{F12E0490-60F3-4147-9D04-93D87D41D5A0}" dt="2026-10-22T22:30:17.764" v="14686" actId="207"/>
          <ac:spMkLst>
            <pc:docMk/>
            <pc:sldMk cId="3195708841" sldId="355"/>
            <ac:spMk id="5" creationId="{70F814E2-6E01-C13E-F6C8-9BAF8DB49AE6}"/>
          </ac:spMkLst>
        </pc:spChg>
        <pc:picChg chg="mod modCrop">
          <ac:chgData name="Simon Fong" userId="0989948daaec8292" providerId="LiveId" clId="{F12E0490-60F3-4147-9D04-93D87D41D5A0}" dt="2026-10-22T22:28:41.412" v="14670" actId="1076"/>
          <ac:picMkLst>
            <pc:docMk/>
            <pc:sldMk cId="3195708841" sldId="355"/>
            <ac:picMk id="12" creationId="{74B3F203-9D17-B138-3DF9-50A22C385F92}"/>
          </ac:picMkLst>
        </pc:picChg>
      </pc:sldChg>
      <pc:sldChg chg="new del">
        <pc:chgData name="Simon Fong" userId="0989948daaec8292" providerId="LiveId" clId="{F12E0490-60F3-4147-9D04-93D87D41D5A0}" dt="2026-10-22T20:46:56.229" v="13177" actId="2696"/>
        <pc:sldMkLst>
          <pc:docMk/>
          <pc:sldMk cId="4293041753" sldId="355"/>
        </pc:sldMkLst>
      </pc:sldChg>
      <pc:sldChg chg="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1028939191" sldId="356"/>
        </pc:sldMkLst>
        <pc:spChg chg="mod">
          <ac:chgData name="Simon Fong" userId="0989948daaec8292" providerId="LiveId" clId="{F12E0490-60F3-4147-9D04-93D87D41D5A0}" dt="2026-10-22T00:15:51.906" v="12109" actId="2710"/>
          <ac:spMkLst>
            <pc:docMk/>
            <pc:sldMk cId="1028939191" sldId="356"/>
            <ac:spMk id="5" creationId="{481C3462-A648-0CA7-73C5-439870A5DE04}"/>
          </ac:spMkLst>
        </pc:spChg>
        <pc:spChg chg="mod">
          <ac:chgData name="Simon Fong" userId="0989948daaec8292" providerId="LiveId" clId="{F12E0490-60F3-4147-9D04-93D87D41D5A0}" dt="2026-10-22T00:14:19.032" v="12087"/>
          <ac:spMkLst>
            <pc:docMk/>
            <pc:sldMk cId="1028939191" sldId="356"/>
            <ac:spMk id="21" creationId="{7D3FBF3C-B66C-200D-A887-99901987B27E}"/>
          </ac:spMkLst>
        </pc:spChg>
        <pc:picChg chg="del">
          <ac:chgData name="Simon Fong" userId="0989948daaec8292" providerId="LiveId" clId="{F12E0490-60F3-4147-9D04-93D87D41D5A0}" dt="2026-10-22T00:14:21.799" v="12088" actId="478"/>
          <ac:picMkLst>
            <pc:docMk/>
            <pc:sldMk cId="1028939191" sldId="356"/>
            <ac:picMk id="3" creationId="{2D35EBF2-31CF-4747-2BE9-83B18BB58316}"/>
          </ac:picMkLst>
        </pc:picChg>
      </pc:sldChg>
      <pc:sldChg chg="addSp delSp modSp add del mod">
        <pc:chgData name="Simon Fong" userId="0989948daaec8292" providerId="LiveId" clId="{F12E0490-60F3-4147-9D04-93D87D41D5A0}" dt="2026-10-22T21:09:39.966" v="13576" actId="2696"/>
        <pc:sldMkLst>
          <pc:docMk/>
          <pc:sldMk cId="3671880178" sldId="356"/>
        </pc:sldMkLst>
        <pc:spChg chg="mod">
          <ac:chgData name="Simon Fong" userId="0989948daaec8292" providerId="LiveId" clId="{F12E0490-60F3-4147-9D04-93D87D41D5A0}" dt="2026-10-22T21:07:32.930" v="13560" actId="113"/>
          <ac:spMkLst>
            <pc:docMk/>
            <pc:sldMk cId="3671880178" sldId="356"/>
            <ac:spMk id="5" creationId="{49AAEAF6-F709-22E4-E540-62C9E536120E}"/>
          </ac:spMkLst>
        </pc:spChg>
        <pc:picChg chg="add mod modCrop">
          <ac:chgData name="Simon Fong" userId="0989948daaec8292" providerId="LiveId" clId="{F12E0490-60F3-4147-9D04-93D87D41D5A0}" dt="2026-10-22T21:08:32.133" v="13566" actId="1076"/>
          <ac:picMkLst>
            <pc:docMk/>
            <pc:sldMk cId="3671880178" sldId="356"/>
            <ac:picMk id="11" creationId="{981EA599-8F9A-DA72-C7AC-E9BBE2FF75C7}"/>
          </ac:picMkLst>
        </pc:picChg>
        <pc:picChg chg="del">
          <ac:chgData name="Simon Fong" userId="0989948daaec8292" providerId="LiveId" clId="{F12E0490-60F3-4147-9D04-93D87D41D5A0}" dt="2026-10-22T21:06:38.392" v="13537" actId="478"/>
          <ac:picMkLst>
            <pc:docMk/>
            <pc:sldMk cId="3671880178" sldId="356"/>
            <ac:picMk id="12" creationId="{62A0B59E-64CE-3BD6-95B8-02061390CADD}"/>
          </ac:picMkLst>
        </pc:picChg>
      </pc:sldChg>
      <pc:sldChg chg="modSp add del mod or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917318535" sldId="357"/>
        </pc:sldMkLst>
        <pc:spChg chg="mod">
          <ac:chgData name="Simon Fong" userId="0989948daaec8292" providerId="LiveId" clId="{F12E0490-60F3-4147-9D04-93D87D41D5A0}" dt="2026-10-22T02:00:49.218" v="12766" actId="6549"/>
          <ac:spMkLst>
            <pc:docMk/>
            <pc:sldMk cId="2917318535" sldId="357"/>
            <ac:spMk id="5" creationId="{F0C06953-F12E-ADFB-C65A-9D0A03A13B69}"/>
          </ac:spMkLst>
        </pc:spChg>
        <pc:spChg chg="mod">
          <ac:chgData name="Simon Fong" userId="0989948daaec8292" providerId="LiveId" clId="{F12E0490-60F3-4147-9D04-93D87D41D5A0}" dt="2026-10-22T00:18:36.624" v="12113"/>
          <ac:spMkLst>
            <pc:docMk/>
            <pc:sldMk cId="2917318535" sldId="357"/>
            <ac:spMk id="21" creationId="{79882648-9762-1483-3CEA-6C41BF3B7169}"/>
          </ac:spMkLst>
        </pc:spChg>
        <pc:picChg chg="mod modCrop">
          <ac:chgData name="Simon Fong" userId="0989948daaec8292" providerId="LiveId" clId="{F12E0490-60F3-4147-9D04-93D87D41D5A0}" dt="2026-10-22T02:20:23.568" v="13100" actId="1076"/>
          <ac:picMkLst>
            <pc:docMk/>
            <pc:sldMk cId="2917318535" sldId="357"/>
            <ac:picMk id="3" creationId="{9C55635D-66DE-880D-0687-A7E0323A2608}"/>
          </ac:picMkLst>
        </pc:picChg>
      </pc:sldChg>
      <pc:sldChg chg="addSp delSp modSp add mod modTransition addAnim delAnim modAnim modNotesTx">
        <pc:chgData name="Simon Fong" userId="0989948daaec8292" providerId="LiveId" clId="{F12E0490-60F3-4147-9D04-93D87D41D5A0}" dt="2026-10-22T23:21:11.819" v="14955" actId="5793"/>
        <pc:sldMkLst>
          <pc:docMk/>
          <pc:sldMk cId="3980393624" sldId="357"/>
        </pc:sldMkLst>
        <pc:spChg chg="mod">
          <ac:chgData name="Simon Fong" userId="0989948daaec8292" providerId="LiveId" clId="{F12E0490-60F3-4147-9D04-93D87D41D5A0}" dt="2026-10-22T23:21:11.819" v="14955" actId="5793"/>
          <ac:spMkLst>
            <pc:docMk/>
            <pc:sldMk cId="3980393624" sldId="357"/>
            <ac:spMk id="5" creationId="{8F8E6F78-645C-4AF7-A41E-1E059A2AB138}"/>
          </ac:spMkLst>
        </pc:spChg>
        <pc:picChg chg="add mod">
          <ac:chgData name="Simon Fong" userId="0989948daaec8292" providerId="LiveId" clId="{F12E0490-60F3-4147-9D04-93D87D41D5A0}" dt="2026-10-22T21:12:18.292" v="13632" actId="1076"/>
          <ac:picMkLst>
            <pc:docMk/>
            <pc:sldMk cId="3980393624" sldId="357"/>
            <ac:picMk id="11" creationId="{17AC4E7A-0717-0C43-842A-64C6B5646B09}"/>
          </ac:picMkLst>
        </pc:picChg>
        <pc:picChg chg="del">
          <ac:chgData name="Simon Fong" userId="0989948daaec8292" providerId="LiveId" clId="{F12E0490-60F3-4147-9D04-93D87D41D5A0}" dt="2026-10-22T21:09:59.567" v="13577" actId="478"/>
          <ac:picMkLst>
            <pc:docMk/>
            <pc:sldMk cId="3980393624" sldId="357"/>
            <ac:picMk id="12" creationId="{F3CD043F-BAD4-E0C8-F75A-865F0E9E4E14}"/>
          </ac:picMkLst>
        </pc:picChg>
        <pc:picChg chg="add mod">
          <ac:chgData name="Simon Fong" userId="0989948daaec8292" providerId="LiveId" clId="{F12E0490-60F3-4147-9D04-93D87D41D5A0}" dt="2026-10-22T22:57:45.363" v="14704" actId="1076"/>
          <ac:picMkLst>
            <pc:docMk/>
            <pc:sldMk cId="3980393624" sldId="357"/>
            <ac:picMk id="14" creationId="{B89FE1CE-299C-683E-A26F-077DD34B1752}"/>
          </ac:picMkLst>
        </pc:picChg>
      </pc:sldChg>
      <pc:sldChg chg="addSp delSp modSp add mod ord modTransition addAnim delAnim modAnim">
        <pc:chgData name="Simon Fong" userId="0989948daaec8292" providerId="LiveId" clId="{F12E0490-60F3-4147-9D04-93D87D41D5A0}" dt="2026-10-22T22:27:59.078" v="14662" actId="207"/>
        <pc:sldMkLst>
          <pc:docMk/>
          <pc:sldMk cId="592933134" sldId="358"/>
        </pc:sldMkLst>
        <pc:spChg chg="mod">
          <ac:chgData name="Simon Fong" userId="0989948daaec8292" providerId="LiveId" clId="{F12E0490-60F3-4147-9D04-93D87D41D5A0}" dt="2026-10-22T22:27:59.078" v="14662" actId="207"/>
          <ac:spMkLst>
            <pc:docMk/>
            <pc:sldMk cId="592933134" sldId="358"/>
            <ac:spMk id="5" creationId="{F1CD8918-C36A-BD0E-52D0-2CE5372D66B4}"/>
          </ac:spMkLst>
        </pc:spChg>
        <pc:picChg chg="del">
          <ac:chgData name="Simon Fong" userId="0989948daaec8292" providerId="LiveId" clId="{F12E0490-60F3-4147-9D04-93D87D41D5A0}" dt="2026-10-22T21:09:17.036" v="13572" actId="478"/>
          <ac:picMkLst>
            <pc:docMk/>
            <pc:sldMk cId="592933134" sldId="358"/>
            <ac:picMk id="11" creationId="{46056628-B887-09C6-A993-DCC0D8F012D3}"/>
          </ac:picMkLst>
        </pc:picChg>
        <pc:picChg chg="add del mod modCrop">
          <ac:chgData name="Simon Fong" userId="0989948daaec8292" providerId="LiveId" clId="{F12E0490-60F3-4147-9D04-93D87D41D5A0}" dt="2026-10-22T21:24:55.433" v="13724" actId="1076"/>
          <ac:picMkLst>
            <pc:docMk/>
            <pc:sldMk cId="592933134" sldId="358"/>
            <ac:picMk id="12" creationId="{A3E5DB0B-EF2F-2865-233A-B6B1CE447CA8}"/>
          </ac:picMkLst>
        </pc:picChg>
        <pc:picChg chg="add del mod modCrop">
          <ac:chgData name="Simon Fong" userId="0989948daaec8292" providerId="LiveId" clId="{F12E0490-60F3-4147-9D04-93D87D41D5A0}" dt="2026-10-22T21:23:45.992" v="13708" actId="931"/>
          <ac:picMkLst>
            <pc:docMk/>
            <pc:sldMk cId="592933134" sldId="358"/>
            <ac:picMk id="14" creationId="{1BD3BABC-B21E-D025-9D53-2E41EEF798D1}"/>
          </ac:picMkLst>
        </pc:picChg>
      </pc:sldChg>
      <pc:sldChg chg="addSp delSp modSp add del mod">
        <pc:chgData name="Simon Fong" userId="0989948daaec8292" providerId="LiveId" clId="{F12E0490-60F3-4147-9D04-93D87D41D5A0}" dt="2026-10-22T00:27:05.763" v="12199" actId="2696"/>
        <pc:sldMkLst>
          <pc:docMk/>
          <pc:sldMk cId="2956813664" sldId="358"/>
        </pc:sldMkLst>
        <pc:spChg chg="mod">
          <ac:chgData name="Simon Fong" userId="0989948daaec8292" providerId="LiveId" clId="{F12E0490-60F3-4147-9D04-93D87D41D5A0}" dt="2026-10-22T00:23:46.367" v="12168" actId="20577"/>
          <ac:spMkLst>
            <pc:docMk/>
            <pc:sldMk cId="2956813664" sldId="358"/>
            <ac:spMk id="5" creationId="{9EA5E178-E724-E42F-280E-4B8D3920EA07}"/>
          </ac:spMkLst>
        </pc:spChg>
        <pc:spChg chg="add del mod">
          <ac:chgData name="Simon Fong" userId="0989948daaec8292" providerId="LiveId" clId="{F12E0490-60F3-4147-9D04-93D87D41D5A0}" dt="2026-10-22T00:24:53.363" v="12177"/>
          <ac:spMkLst>
            <pc:docMk/>
            <pc:sldMk cId="2956813664" sldId="358"/>
            <ac:spMk id="7" creationId="{0CCF6F7F-9788-33D0-7F9E-7433DF452DFA}"/>
          </ac:spMkLst>
        </pc:spChg>
        <pc:spChg chg="add del mod">
          <ac:chgData name="Simon Fong" userId="0989948daaec8292" providerId="LiveId" clId="{F12E0490-60F3-4147-9D04-93D87D41D5A0}" dt="2026-10-22T00:24:55.349" v="12180"/>
          <ac:spMkLst>
            <pc:docMk/>
            <pc:sldMk cId="2956813664" sldId="358"/>
            <ac:spMk id="8" creationId="{4A139D51-2BA5-FAA4-757B-5C04A077B5C9}"/>
          </ac:spMkLst>
        </pc:spChg>
        <pc:spChg chg="add mod">
          <ac:chgData name="Simon Fong" userId="0989948daaec8292" providerId="LiveId" clId="{F12E0490-60F3-4147-9D04-93D87D41D5A0}" dt="2026-10-22T00:25:11.769" v="12185" actId="14100"/>
          <ac:spMkLst>
            <pc:docMk/>
            <pc:sldMk cId="2956813664" sldId="358"/>
            <ac:spMk id="9" creationId="{E14141B3-46D1-155E-D91C-831863B87610}"/>
          </ac:spMkLst>
        </pc:spChg>
        <pc:spChg chg="mod">
          <ac:chgData name="Simon Fong" userId="0989948daaec8292" providerId="LiveId" clId="{F12E0490-60F3-4147-9D04-93D87D41D5A0}" dt="2026-10-22T00:22:39.856" v="12160"/>
          <ac:spMkLst>
            <pc:docMk/>
            <pc:sldMk cId="2956813664" sldId="358"/>
            <ac:spMk id="21" creationId="{510D768A-68C3-6B51-76C8-C56126965EAE}"/>
          </ac:spMkLst>
        </pc:spChg>
        <pc:graphicFrameChg chg="add del mod">
          <ac:chgData name="Simon Fong" userId="0989948daaec8292" providerId="LiveId" clId="{F12E0490-60F3-4147-9D04-93D87D41D5A0}" dt="2026-10-22T00:23:21.385" v="12164" actId="478"/>
          <ac:graphicFrameMkLst>
            <pc:docMk/>
            <pc:sldMk cId="2956813664" sldId="358"/>
            <ac:graphicFrameMk id="2" creationId="{0A02F53D-CC0E-64BD-C4C7-259DF4E11CDA}"/>
          </ac:graphicFrameMkLst>
        </pc:graphicFrameChg>
        <pc:graphicFrameChg chg="add mod modGraphic">
          <ac:chgData name="Simon Fong" userId="0989948daaec8292" providerId="LiveId" clId="{F12E0490-60F3-4147-9D04-93D87D41D5A0}" dt="2026-10-22T00:24:36.628" v="12174" actId="1076"/>
          <ac:graphicFrameMkLst>
            <pc:docMk/>
            <pc:sldMk cId="2956813664" sldId="358"/>
            <ac:graphicFrameMk id="6" creationId="{88A3F183-8A82-EACD-718B-1F10168A635D}"/>
          </ac:graphicFrameMkLst>
        </pc:graphicFrameChg>
        <pc:picChg chg="del">
          <ac:chgData name="Simon Fong" userId="0989948daaec8292" providerId="LiveId" clId="{F12E0490-60F3-4147-9D04-93D87D41D5A0}" dt="2026-10-22T00:24:17.934" v="12173" actId="478"/>
          <ac:picMkLst>
            <pc:docMk/>
            <pc:sldMk cId="2956813664" sldId="358"/>
            <ac:picMk id="3" creationId="{ABF8296C-AB47-9E35-B0B4-65DAF5770FC4}"/>
          </ac:picMkLst>
        </pc:picChg>
      </pc:sldChg>
      <pc:sldChg chg="addSp modSp add mod ord addAnim delAnim modAnim">
        <pc:chgData name="Simon Fong" userId="0989948daaec8292" providerId="LiveId" clId="{F12E0490-60F3-4147-9D04-93D87D41D5A0}" dt="2026-10-22T23:02:11.782" v="14756"/>
        <pc:sldMkLst>
          <pc:docMk/>
          <pc:sldMk cId="1353365902" sldId="359"/>
        </pc:sldMkLst>
        <pc:spChg chg="mod">
          <ac:chgData name="Simon Fong" userId="0989948daaec8292" providerId="LiveId" clId="{F12E0490-60F3-4147-9D04-93D87D41D5A0}" dt="2026-10-22T21:51:48.796" v="14155" actId="20577"/>
          <ac:spMkLst>
            <pc:docMk/>
            <pc:sldMk cId="1353365902" sldId="359"/>
            <ac:spMk id="5" creationId="{661CE339-E311-CC4F-60EF-9875B7624855}"/>
          </ac:spMkLst>
        </pc:spChg>
        <pc:picChg chg="mod">
          <ac:chgData name="Simon Fong" userId="0989948daaec8292" providerId="LiveId" clId="{F12E0490-60F3-4147-9D04-93D87D41D5A0}" dt="2026-10-22T21:14:51.688" v="13636" actId="14826"/>
          <ac:picMkLst>
            <pc:docMk/>
            <pc:sldMk cId="1353365902" sldId="359"/>
            <ac:picMk id="2" creationId="{BE69148E-66C1-A3EA-A168-06A788641493}"/>
          </ac:picMkLst>
        </pc:picChg>
        <pc:picChg chg="add">
          <ac:chgData name="Simon Fong" userId="0989948daaec8292" providerId="LiveId" clId="{F12E0490-60F3-4147-9D04-93D87D41D5A0}" dt="2026-10-22T21:15:00.171" v="13637" actId="22"/>
          <ac:picMkLst>
            <pc:docMk/>
            <pc:sldMk cId="1353365902" sldId="359"/>
            <ac:picMk id="11" creationId="{4902D3AB-7143-2F64-C7E6-E1B7E3677BFF}"/>
          </ac:picMkLst>
        </pc:picChg>
        <pc:picChg chg="mod modCrop">
          <ac:chgData name="Simon Fong" userId="0989948daaec8292" providerId="LiveId" clId="{F12E0490-60F3-4147-9D04-93D87D41D5A0}" dt="2026-10-22T21:18:58.359" v="13661" actId="1076"/>
          <ac:picMkLst>
            <pc:docMk/>
            <pc:sldMk cId="1353365902" sldId="359"/>
            <ac:picMk id="12" creationId="{1A3EBE49-4A9E-AD83-1EEF-E53FF89013FA}"/>
          </ac:picMkLst>
        </pc:picChg>
      </pc:sldChg>
      <pc:sldChg chg="addSp 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2673231998" sldId="359"/>
        </pc:sldMkLst>
        <pc:spChg chg="mod">
          <ac:chgData name="Simon Fong" userId="0989948daaec8292" providerId="LiveId" clId="{F12E0490-60F3-4147-9D04-93D87D41D5A0}" dt="2026-10-22T00:26:19.895" v="12193" actId="20577"/>
          <ac:spMkLst>
            <pc:docMk/>
            <pc:sldMk cId="2673231998" sldId="359"/>
            <ac:spMk id="5" creationId="{3D937263-7297-6B67-D20E-465FE4286101}"/>
          </ac:spMkLst>
        </pc:spChg>
        <pc:spChg chg="mod">
          <ac:chgData name="Simon Fong" userId="0989948daaec8292" providerId="LiveId" clId="{F12E0490-60F3-4147-9D04-93D87D41D5A0}" dt="2026-10-22T00:25:57.961" v="12187"/>
          <ac:spMkLst>
            <pc:docMk/>
            <pc:sldMk cId="2673231998" sldId="359"/>
            <ac:spMk id="21" creationId="{6E734685-880D-D3F1-A977-3DC0A8655645}"/>
          </ac:spMkLst>
        </pc:spChg>
        <pc:graphicFrameChg chg="add mod modGraphic">
          <ac:chgData name="Simon Fong" userId="0989948daaec8292" providerId="LiveId" clId="{F12E0490-60F3-4147-9D04-93D87D41D5A0}" dt="2026-10-22T02:21:00.712" v="13102" actId="207"/>
          <ac:graphicFrameMkLst>
            <pc:docMk/>
            <pc:sldMk cId="2673231998" sldId="359"/>
            <ac:graphicFrameMk id="6" creationId="{E1C121CC-EB46-09BB-1AA9-CF80F62F8C3B}"/>
          </ac:graphicFrameMkLst>
        </pc:graphicFrameChg>
        <pc:picChg chg="del">
          <ac:chgData name="Simon Fong" userId="0989948daaec8292" providerId="LiveId" clId="{F12E0490-60F3-4147-9D04-93D87D41D5A0}" dt="2026-10-22T00:26:28.862" v="12195" actId="478"/>
          <ac:picMkLst>
            <pc:docMk/>
            <pc:sldMk cId="2673231998" sldId="359"/>
            <ac:picMk id="3" creationId="{02A58818-0BB5-DB40-DAC8-B3C95D9C211F}"/>
          </ac:picMkLst>
        </pc:picChg>
      </pc:sldChg>
      <pc:sldChg chg="addSp 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318809019" sldId="360"/>
        </pc:sldMkLst>
        <pc:spChg chg="mod">
          <ac:chgData name="Simon Fong" userId="0989948daaec8292" providerId="LiveId" clId="{F12E0490-60F3-4147-9D04-93D87D41D5A0}" dt="2026-10-22T00:28:10.265" v="12220" actId="20577"/>
          <ac:spMkLst>
            <pc:docMk/>
            <pc:sldMk cId="318809019" sldId="360"/>
            <ac:spMk id="5" creationId="{E9113683-13B1-0D01-D6B0-10021ED6CFD5}"/>
          </ac:spMkLst>
        </pc:spChg>
        <pc:graphicFrameChg chg="del">
          <ac:chgData name="Simon Fong" userId="0989948daaec8292" providerId="LiveId" clId="{F12E0490-60F3-4147-9D04-93D87D41D5A0}" dt="2026-10-22T00:26:51.687" v="12198" actId="478"/>
          <ac:graphicFrameMkLst>
            <pc:docMk/>
            <pc:sldMk cId="318809019" sldId="360"/>
            <ac:graphicFrameMk id="6" creationId="{E167BD00-6E28-C473-595A-18426981A001}"/>
          </ac:graphicFrameMkLst>
        </pc:graphicFrameChg>
        <pc:picChg chg="add mod modCrop">
          <ac:chgData name="Simon Fong" userId="0989948daaec8292" providerId="LiveId" clId="{F12E0490-60F3-4147-9D04-93D87D41D5A0}" dt="2026-10-22T00:28:29.259" v="12223" actId="1076"/>
          <ac:picMkLst>
            <pc:docMk/>
            <pc:sldMk cId="318809019" sldId="360"/>
            <ac:picMk id="3" creationId="{7841CB9E-3136-1775-6DE5-29E270DE7D0B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2T23:03:23.651" v="14773"/>
        <pc:sldMkLst>
          <pc:docMk/>
          <pc:sldMk cId="2977871333" sldId="360"/>
        </pc:sldMkLst>
        <pc:spChg chg="mod">
          <ac:chgData name="Simon Fong" userId="0989948daaec8292" providerId="LiveId" clId="{F12E0490-60F3-4147-9D04-93D87D41D5A0}" dt="2026-10-22T21:51:58.641" v="14157" actId="20577"/>
          <ac:spMkLst>
            <pc:docMk/>
            <pc:sldMk cId="2977871333" sldId="360"/>
            <ac:spMk id="5" creationId="{28EEC22B-13AD-F2B2-49E1-712DE0D2668C}"/>
          </ac:spMkLst>
        </pc:spChg>
        <pc:picChg chg="del">
          <ac:chgData name="Simon Fong" userId="0989948daaec8292" providerId="LiveId" clId="{F12E0490-60F3-4147-9D04-93D87D41D5A0}" dt="2026-10-22T21:26:33.927" v="13766" actId="478"/>
          <ac:picMkLst>
            <pc:docMk/>
            <pc:sldMk cId="2977871333" sldId="360"/>
            <ac:picMk id="12" creationId="{9F8A9C27-528F-FDB5-7606-F5C65117DB9A}"/>
          </ac:picMkLst>
        </pc:picChg>
        <pc:picChg chg="add mod modCrop">
          <ac:chgData name="Simon Fong" userId="0989948daaec8292" providerId="LiveId" clId="{F12E0490-60F3-4147-9D04-93D87D41D5A0}" dt="2026-10-22T21:27:04.952" v="13773" actId="1076"/>
          <ac:picMkLst>
            <pc:docMk/>
            <pc:sldMk cId="2977871333" sldId="360"/>
            <ac:picMk id="13" creationId="{48BAA501-9D58-C7E7-68CD-C2E4656B127E}"/>
          </ac:picMkLst>
        </pc:picChg>
      </pc:sldChg>
      <pc:sldChg chg="add del">
        <pc:chgData name="Simon Fong" userId="0989948daaec8292" providerId="LiveId" clId="{F12E0490-60F3-4147-9D04-93D87D41D5A0}" dt="2026-10-22T21:20:14.960" v="13665" actId="2696"/>
        <pc:sldMkLst>
          <pc:docMk/>
          <pc:sldMk cId="2710028855" sldId="361"/>
        </pc:sldMkLst>
      </pc:sldChg>
      <pc:sldChg chg="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3014092043" sldId="361"/>
        </pc:sldMkLst>
        <pc:spChg chg="mod">
          <ac:chgData name="Simon Fong" userId="0989948daaec8292" providerId="LiveId" clId="{F12E0490-60F3-4147-9D04-93D87D41D5A0}" dt="2026-10-22T00:30:53.975" v="12274" actId="255"/>
          <ac:spMkLst>
            <pc:docMk/>
            <pc:sldMk cId="3014092043" sldId="361"/>
            <ac:spMk id="5" creationId="{5C3DF611-88DA-8CD4-705C-FC539B6E230D}"/>
          </ac:spMkLst>
        </pc:spChg>
        <pc:spChg chg="mod">
          <ac:chgData name="Simon Fong" userId="0989948daaec8292" providerId="LiveId" clId="{F12E0490-60F3-4147-9D04-93D87D41D5A0}" dt="2026-10-22T00:29:10.687" v="12234" actId="20577"/>
          <ac:spMkLst>
            <pc:docMk/>
            <pc:sldMk cId="3014092043" sldId="361"/>
            <ac:spMk id="21" creationId="{A4FCECA6-66DC-BE43-A72E-91656B3A4238}"/>
          </ac:spMkLst>
        </pc:spChg>
        <pc:picChg chg="del mod">
          <ac:chgData name="Simon Fong" userId="0989948daaec8292" providerId="LiveId" clId="{F12E0490-60F3-4147-9D04-93D87D41D5A0}" dt="2026-10-22T00:31:22.151" v="12275" actId="478"/>
          <ac:picMkLst>
            <pc:docMk/>
            <pc:sldMk cId="3014092043" sldId="361"/>
            <ac:picMk id="3" creationId="{09826AC2-0158-A2B5-1CFB-E1AE774EAF0E}"/>
          </ac:picMkLst>
        </pc:picChg>
      </pc:sldChg>
      <pc:sldChg chg="modSp add del ord">
        <pc:chgData name="Simon Fong" userId="0989948daaec8292" providerId="LiveId" clId="{F12E0490-60F3-4147-9D04-93D87D41D5A0}" dt="2026-10-22T21:27:46.320" v="13778" actId="2696"/>
        <pc:sldMkLst>
          <pc:docMk/>
          <pc:sldMk cId="3861364695" sldId="361"/>
        </pc:sldMkLst>
        <pc:spChg chg="mod">
          <ac:chgData name="Simon Fong" userId="0989948daaec8292" providerId="LiveId" clId="{F12E0490-60F3-4147-9D04-93D87D41D5A0}" dt="2026-10-22T21:25:27.845" v="13728"/>
          <ac:spMkLst>
            <pc:docMk/>
            <pc:sldMk cId="3861364695" sldId="361"/>
            <ac:spMk id="5" creationId="{DB829E9A-6DC2-3069-8C84-A9955C9E153C}"/>
          </ac:spMkLst>
        </pc:spChg>
      </pc:sldChg>
      <pc:sldChg chg="modSp add mod ord modTransition addAnim delAnim modAnim">
        <pc:chgData name="Simon Fong" userId="0989948daaec8292" providerId="LiveId" clId="{F12E0490-60F3-4147-9D04-93D87D41D5A0}" dt="2026-10-23T00:07:32.540" v="15505" actId="14826"/>
        <pc:sldMkLst>
          <pc:docMk/>
          <pc:sldMk cId="4066566062" sldId="361"/>
        </pc:sldMkLst>
        <pc:spChg chg="mod">
          <ac:chgData name="Simon Fong" userId="0989948daaec8292" providerId="LiveId" clId="{F12E0490-60F3-4147-9D04-93D87D41D5A0}" dt="2026-10-22T21:52:08.121" v="14159" actId="20577"/>
          <ac:spMkLst>
            <pc:docMk/>
            <pc:sldMk cId="4066566062" sldId="361"/>
            <ac:spMk id="5" creationId="{8BA15C9D-59E5-FE82-29D2-E194695E2D60}"/>
          </ac:spMkLst>
        </pc:spChg>
        <pc:picChg chg="mod">
          <ac:chgData name="Simon Fong" userId="0989948daaec8292" providerId="LiveId" clId="{F12E0490-60F3-4147-9D04-93D87D41D5A0}" dt="2026-10-23T00:07:32.540" v="15505" actId="14826"/>
          <ac:picMkLst>
            <pc:docMk/>
            <pc:sldMk cId="4066566062" sldId="361"/>
            <ac:picMk id="12" creationId="{3C89AF18-421F-3D24-B00E-BFCD09B7ADDF}"/>
          </ac:picMkLst>
        </pc:picChg>
      </pc:sldChg>
      <pc:sldChg chg="addSp delSp modSp add mod ord modTransition addAnim delAnim modAnim">
        <pc:chgData name="Simon Fong" userId="0989948daaec8292" providerId="LiveId" clId="{F12E0490-60F3-4147-9D04-93D87D41D5A0}" dt="2026-10-22T23:05:09.122" v="14806"/>
        <pc:sldMkLst>
          <pc:docMk/>
          <pc:sldMk cId="126842587" sldId="362"/>
        </pc:sldMkLst>
        <pc:spChg chg="mod">
          <ac:chgData name="Simon Fong" userId="0989948daaec8292" providerId="LiveId" clId="{F12E0490-60F3-4147-9D04-93D87D41D5A0}" dt="2026-10-22T21:52:27.970" v="14165" actId="6549"/>
          <ac:spMkLst>
            <pc:docMk/>
            <pc:sldMk cId="126842587" sldId="362"/>
            <ac:spMk id="5" creationId="{0388D87D-8730-1B10-90CF-5919058385F8}"/>
          </ac:spMkLst>
        </pc:spChg>
        <pc:picChg chg="add mod">
          <ac:chgData name="Simon Fong" userId="0989948daaec8292" providerId="LiveId" clId="{F12E0490-60F3-4147-9D04-93D87D41D5A0}" dt="2026-10-22T21:52:32.114" v="14166" actId="1076"/>
          <ac:picMkLst>
            <pc:docMk/>
            <pc:sldMk cId="126842587" sldId="362"/>
            <ac:picMk id="12" creationId="{28FE73C6-A4F8-785B-960B-3F17D069DEE2}"/>
          </ac:picMkLst>
        </pc:picChg>
        <pc:picChg chg="del">
          <ac:chgData name="Simon Fong" userId="0989948daaec8292" providerId="LiveId" clId="{F12E0490-60F3-4147-9D04-93D87D41D5A0}" dt="2026-10-22T21:32:13.290" v="13875" actId="478"/>
          <ac:picMkLst>
            <pc:docMk/>
            <pc:sldMk cId="126842587" sldId="362"/>
            <ac:picMk id="13" creationId="{B04BF399-591E-BDAF-6B1D-C6480E846248}"/>
          </ac:picMkLst>
        </pc:picChg>
      </pc:sldChg>
      <pc:sldChg chg="addSp modSp add del mod modTransition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2524875541" sldId="362"/>
        </pc:sldMkLst>
        <pc:spChg chg="mod">
          <ac:chgData name="Simon Fong" userId="0989948daaec8292" providerId="LiveId" clId="{F12E0490-60F3-4147-9D04-93D87D41D5A0}" dt="2026-10-22T00:34:53.062" v="12325" actId="207"/>
          <ac:spMkLst>
            <pc:docMk/>
            <pc:sldMk cId="2524875541" sldId="362"/>
            <ac:spMk id="5" creationId="{55E14342-C30B-B85F-F682-881F2F88C898}"/>
          </ac:spMkLst>
        </pc:spChg>
        <pc:spChg chg="mod">
          <ac:chgData name="Simon Fong" userId="0989948daaec8292" providerId="LiveId" clId="{F12E0490-60F3-4147-9D04-93D87D41D5A0}" dt="2026-10-22T00:31:56.272" v="12277"/>
          <ac:spMkLst>
            <pc:docMk/>
            <pc:sldMk cId="2524875541" sldId="362"/>
            <ac:spMk id="21" creationId="{D7AE9C4F-07FC-4C14-3150-24D82264B85D}"/>
          </ac:spMkLst>
        </pc:spChg>
        <pc:picChg chg="add mod modCrop">
          <ac:chgData name="Simon Fong" userId="0989948daaec8292" providerId="LiveId" clId="{F12E0490-60F3-4147-9D04-93D87D41D5A0}" dt="2026-10-22T00:35:18.545" v="12327" actId="1076"/>
          <ac:picMkLst>
            <pc:docMk/>
            <pc:sldMk cId="2524875541" sldId="362"/>
            <ac:picMk id="3" creationId="{8DFF4519-EFF3-1C51-A601-33CA0FF4FBE8}"/>
          </ac:picMkLst>
        </pc:picChg>
      </pc:sldChg>
      <pc:sldChg chg="addSp delSp modSp add mod modTransition addAnim delAnim modAnim modNotesTx">
        <pc:chgData name="Simon Fong" userId="0989948daaec8292" providerId="LiveId" clId="{F12E0490-60F3-4147-9D04-93D87D41D5A0}" dt="2026-10-23T00:09:14.504" v="15507"/>
        <pc:sldMkLst>
          <pc:docMk/>
          <pc:sldMk cId="1014788497" sldId="363"/>
        </pc:sldMkLst>
        <pc:spChg chg="mod">
          <ac:chgData name="Simon Fong" userId="0989948daaec8292" providerId="LiveId" clId="{F12E0490-60F3-4147-9D04-93D87D41D5A0}" dt="2026-10-22T23:21:19.190" v="14958" actId="5793"/>
          <ac:spMkLst>
            <pc:docMk/>
            <pc:sldMk cId="1014788497" sldId="363"/>
            <ac:spMk id="5" creationId="{87CF817C-CEA7-1C27-62F4-90DCB90CA052}"/>
          </ac:spMkLst>
        </pc:spChg>
        <pc:picChg chg="mod">
          <ac:chgData name="Simon Fong" userId="0989948daaec8292" providerId="LiveId" clId="{F12E0490-60F3-4147-9D04-93D87D41D5A0}" dt="2026-10-22T21:35:25.205" v="13950" actId="12789"/>
          <ac:picMkLst>
            <pc:docMk/>
            <pc:sldMk cId="1014788497" sldId="363"/>
            <ac:picMk id="2" creationId="{6F9C6B0B-F46C-771C-7C2E-8B3EFF99A78B}"/>
          </ac:picMkLst>
        </pc:picChg>
        <pc:picChg chg="mod">
          <ac:chgData name="Simon Fong" userId="0989948daaec8292" providerId="LiveId" clId="{F12E0490-60F3-4147-9D04-93D87D41D5A0}" dt="2026-10-22T21:35:25.205" v="13950" actId="12789"/>
          <ac:picMkLst>
            <pc:docMk/>
            <pc:sldMk cId="1014788497" sldId="363"/>
            <ac:picMk id="3" creationId="{17E1BCB0-15B3-723D-E564-13361E4587DE}"/>
          </ac:picMkLst>
        </pc:picChg>
        <pc:picChg chg="mod">
          <ac:chgData name="Simon Fong" userId="0989948daaec8292" providerId="LiveId" clId="{F12E0490-60F3-4147-9D04-93D87D41D5A0}" dt="2026-10-22T23:07:31.173" v="14817" actId="554"/>
          <ac:picMkLst>
            <pc:docMk/>
            <pc:sldMk cId="1014788497" sldId="363"/>
            <ac:picMk id="7" creationId="{3C78A0BB-B45F-04B9-13DD-ABE8D228290B}"/>
          </ac:picMkLst>
        </pc:picChg>
        <pc:picChg chg="mod">
          <ac:chgData name="Simon Fong" userId="0989948daaec8292" providerId="LiveId" clId="{F12E0490-60F3-4147-9D04-93D87D41D5A0}" dt="2026-10-22T21:35:25.205" v="13950" actId="12789"/>
          <ac:picMkLst>
            <pc:docMk/>
            <pc:sldMk cId="1014788497" sldId="363"/>
            <ac:picMk id="8" creationId="{E3534C46-7A82-6DC5-0A90-E6109E08E3E4}"/>
          </ac:picMkLst>
        </pc:picChg>
        <pc:picChg chg="mod">
          <ac:chgData name="Simon Fong" userId="0989948daaec8292" providerId="LiveId" clId="{F12E0490-60F3-4147-9D04-93D87D41D5A0}" dt="2026-10-22T21:35:34.743" v="13952" actId="555"/>
          <ac:picMkLst>
            <pc:docMk/>
            <pc:sldMk cId="1014788497" sldId="363"/>
            <ac:picMk id="11" creationId="{5B96467F-10A9-A4BF-5848-442F045B4543}"/>
          </ac:picMkLst>
        </pc:picChg>
        <pc:picChg chg="del">
          <ac:chgData name="Simon Fong" userId="0989948daaec8292" providerId="LiveId" clId="{F12E0490-60F3-4147-9D04-93D87D41D5A0}" dt="2026-10-22T21:34:43.669" v="13945" actId="478"/>
          <ac:picMkLst>
            <pc:docMk/>
            <pc:sldMk cId="1014788497" sldId="363"/>
            <ac:picMk id="12" creationId="{2E28B658-5C71-94A3-D779-A53E8CDEA8AC}"/>
          </ac:picMkLst>
        </pc:picChg>
        <pc:picChg chg="add mod">
          <ac:chgData name="Simon Fong" userId="0989948daaec8292" providerId="LiveId" clId="{F12E0490-60F3-4147-9D04-93D87D41D5A0}" dt="2026-10-22T21:35:34.743" v="13952" actId="555"/>
          <ac:picMkLst>
            <pc:docMk/>
            <pc:sldMk cId="1014788497" sldId="363"/>
            <ac:picMk id="13" creationId="{0A20B981-5A6B-07BC-1673-C16518BC5945}"/>
          </ac:picMkLst>
        </pc:picChg>
        <pc:picChg chg="add mod">
          <ac:chgData name="Simon Fong" userId="0989948daaec8292" providerId="LiveId" clId="{F12E0490-60F3-4147-9D04-93D87D41D5A0}" dt="2026-10-22T23:07:31.173" v="14817" actId="554"/>
          <ac:picMkLst>
            <pc:docMk/>
            <pc:sldMk cId="1014788497" sldId="363"/>
            <ac:picMk id="15" creationId="{9A34C78B-C1F2-FAA7-60B4-48B6F436C25B}"/>
          </ac:picMkLst>
        </pc:picChg>
      </pc:sldChg>
      <pc:sldChg chg="add del ord">
        <pc:chgData name="Simon Fong" userId="0989948daaec8292" providerId="LiveId" clId="{F12E0490-60F3-4147-9D04-93D87D41D5A0}" dt="2026-10-22T21:33:53.887" v="13885" actId="47"/>
        <pc:sldMkLst>
          <pc:docMk/>
          <pc:sldMk cId="2568031812" sldId="363"/>
        </pc:sldMkLst>
      </pc:sldChg>
      <pc:sldChg chg="delSp modSp add del mod modTransition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3583938646" sldId="363"/>
        </pc:sldMkLst>
        <pc:spChg chg="mod">
          <ac:chgData name="Simon Fong" userId="0989948daaec8292" providerId="LiveId" clId="{F12E0490-60F3-4147-9D04-93D87D41D5A0}" dt="2026-10-22T00:37:24.438" v="12397" actId="207"/>
          <ac:spMkLst>
            <pc:docMk/>
            <pc:sldMk cId="3583938646" sldId="363"/>
            <ac:spMk id="5" creationId="{7CE81FF4-820B-DA9C-D2EB-BB610C0B9C77}"/>
          </ac:spMkLst>
        </pc:spChg>
        <pc:spChg chg="mod">
          <ac:chgData name="Simon Fong" userId="0989948daaec8292" providerId="LiveId" clId="{F12E0490-60F3-4147-9D04-93D87D41D5A0}" dt="2026-10-22T00:36:11.171" v="12366" actId="6549"/>
          <ac:spMkLst>
            <pc:docMk/>
            <pc:sldMk cId="3583938646" sldId="363"/>
            <ac:spMk id="21" creationId="{0D5AC31B-3D50-11D5-6813-662410ABFBCC}"/>
          </ac:spMkLst>
        </pc:spChg>
        <pc:picChg chg="del">
          <ac:chgData name="Simon Fong" userId="0989948daaec8292" providerId="LiveId" clId="{F12E0490-60F3-4147-9D04-93D87D41D5A0}" dt="2026-10-22T00:35:47.275" v="12329" actId="478"/>
          <ac:picMkLst>
            <pc:docMk/>
            <pc:sldMk cId="3583938646" sldId="363"/>
            <ac:picMk id="3" creationId="{91B4F5B4-01ED-0249-704C-7347904EFC9A}"/>
          </ac:picMkLst>
        </pc:picChg>
      </pc:sldChg>
      <pc:sldChg chg="addSp modSp add del mod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407828345" sldId="364"/>
        </pc:sldMkLst>
        <pc:spChg chg="mod">
          <ac:chgData name="Simon Fong" userId="0989948daaec8292" providerId="LiveId" clId="{F12E0490-60F3-4147-9D04-93D87D41D5A0}" dt="2026-10-22T00:38:53.488" v="12448" actId="207"/>
          <ac:spMkLst>
            <pc:docMk/>
            <pc:sldMk cId="407828345" sldId="364"/>
            <ac:spMk id="5" creationId="{46690361-B4A0-378A-769B-5700CBE3DDE1}"/>
          </ac:spMkLst>
        </pc:spChg>
        <pc:spChg chg="mod">
          <ac:chgData name="Simon Fong" userId="0989948daaec8292" providerId="LiveId" clId="{F12E0490-60F3-4147-9D04-93D87D41D5A0}" dt="2026-10-22T00:38:11.077" v="12406"/>
          <ac:spMkLst>
            <pc:docMk/>
            <pc:sldMk cId="407828345" sldId="364"/>
            <ac:spMk id="21" creationId="{16D9CAB4-9021-E658-52C1-29CD153115F5}"/>
          </ac:spMkLst>
        </pc:spChg>
        <pc:picChg chg="add mod">
          <ac:chgData name="Simon Fong" userId="0989948daaec8292" providerId="LiveId" clId="{F12E0490-60F3-4147-9D04-93D87D41D5A0}" dt="2026-10-22T00:39:10.942" v="12451" actId="1076"/>
          <ac:picMkLst>
            <pc:docMk/>
            <pc:sldMk cId="407828345" sldId="364"/>
            <ac:picMk id="3" creationId="{D234B5A8-3337-0E9F-77AD-516D7B9FE54E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3T00:11:29.833" v="15525"/>
        <pc:sldMkLst>
          <pc:docMk/>
          <pc:sldMk cId="2522285136" sldId="364"/>
        </pc:sldMkLst>
        <pc:spChg chg="mod">
          <ac:chgData name="Simon Fong" userId="0989948daaec8292" providerId="LiveId" clId="{F12E0490-60F3-4147-9D04-93D87D41D5A0}" dt="2026-10-22T21:54:01.137" v="14181" actId="20577"/>
          <ac:spMkLst>
            <pc:docMk/>
            <pc:sldMk cId="2522285136" sldId="364"/>
            <ac:spMk id="5" creationId="{A7DB90B4-EA1B-A4EE-1445-71C254DC567D}"/>
          </ac:spMkLst>
        </pc:spChg>
        <pc:picChg chg="add del mod modCrop">
          <ac:chgData name="Simon Fong" userId="0989948daaec8292" providerId="LiveId" clId="{F12E0490-60F3-4147-9D04-93D87D41D5A0}" dt="2026-10-22T21:45:56.806" v="14108" actId="478"/>
          <ac:picMkLst>
            <pc:docMk/>
            <pc:sldMk cId="2522285136" sldId="364"/>
            <ac:picMk id="12" creationId="{CCBCB25E-734D-9969-5C98-8AC26BE3D8C5}"/>
          </ac:picMkLst>
        </pc:picChg>
        <pc:picChg chg="add del mod modCrop">
          <ac:chgData name="Simon Fong" userId="0989948daaec8292" providerId="LiveId" clId="{F12E0490-60F3-4147-9D04-93D87D41D5A0}" dt="2026-10-22T21:45:57.569" v="14109" actId="478"/>
          <ac:picMkLst>
            <pc:docMk/>
            <pc:sldMk cId="2522285136" sldId="364"/>
            <ac:picMk id="15" creationId="{2FC60B6D-F6F0-8E9F-CD0A-195815E0EF65}"/>
          </ac:picMkLst>
        </pc:picChg>
        <pc:picChg chg="add mod">
          <ac:chgData name="Simon Fong" userId="0989948daaec8292" providerId="LiveId" clId="{F12E0490-60F3-4147-9D04-93D87D41D5A0}" dt="2026-10-22T21:54:04.534" v="14183" actId="1036"/>
          <ac:picMkLst>
            <pc:docMk/>
            <pc:sldMk cId="2522285136" sldId="364"/>
            <ac:picMk id="17" creationId="{45A8E994-1734-4FD2-FD01-DBF774B613C3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723145510" sldId="365"/>
        </pc:sldMkLst>
        <pc:spChg chg="mod">
          <ac:chgData name="Simon Fong" userId="0989948daaec8292" providerId="LiveId" clId="{F12E0490-60F3-4147-9D04-93D87D41D5A0}" dt="2026-10-22T01:08:35.636" v="12481" actId="207"/>
          <ac:spMkLst>
            <pc:docMk/>
            <pc:sldMk cId="723145510" sldId="365"/>
            <ac:spMk id="5" creationId="{4C62939E-808A-CF29-D657-F70931C29AA0}"/>
          </ac:spMkLst>
        </pc:spChg>
        <pc:spChg chg="mod">
          <ac:chgData name="Simon Fong" userId="0989948daaec8292" providerId="LiveId" clId="{F12E0490-60F3-4147-9D04-93D87D41D5A0}" dt="2026-10-22T00:41:02.828" v="12453"/>
          <ac:spMkLst>
            <pc:docMk/>
            <pc:sldMk cId="723145510" sldId="365"/>
            <ac:spMk id="21" creationId="{89B965DA-85CD-BEAF-A30D-0FF98C18DCD3}"/>
          </ac:spMkLst>
        </pc:spChg>
        <pc:picChg chg="mod">
          <ac:chgData name="Simon Fong" userId="0989948daaec8292" providerId="LiveId" clId="{F12E0490-60F3-4147-9D04-93D87D41D5A0}" dt="2026-10-22T01:08:41.674" v="12483" actId="1076"/>
          <ac:picMkLst>
            <pc:docMk/>
            <pc:sldMk cId="723145510" sldId="365"/>
            <ac:picMk id="3" creationId="{0252FCE4-BFB8-C36A-2A6A-96B70298B575}"/>
          </ac:picMkLst>
        </pc:picChg>
      </pc:sldChg>
      <pc:sldChg chg="modSp add mod ord modTransition addAnim delAnim modAnim">
        <pc:chgData name="Simon Fong" userId="0989948daaec8292" providerId="LiveId" clId="{F12E0490-60F3-4147-9D04-93D87D41D5A0}" dt="2026-10-22T23:11:08.276" v="14871"/>
        <pc:sldMkLst>
          <pc:docMk/>
          <pc:sldMk cId="808248732" sldId="365"/>
        </pc:sldMkLst>
        <pc:spChg chg="mod">
          <ac:chgData name="Simon Fong" userId="0989948daaec8292" providerId="LiveId" clId="{F12E0490-60F3-4147-9D04-93D87D41D5A0}" dt="2026-10-22T21:53:38.652" v="14178" actId="255"/>
          <ac:spMkLst>
            <pc:docMk/>
            <pc:sldMk cId="808248732" sldId="365"/>
            <ac:spMk id="5" creationId="{56493DAE-F6EA-5721-9870-DE937B67C060}"/>
          </ac:spMkLst>
        </pc:spChg>
        <pc:picChg chg="mod">
          <ac:chgData name="Simon Fong" userId="0989948daaec8292" providerId="LiveId" clId="{F12E0490-60F3-4147-9D04-93D87D41D5A0}" dt="2026-10-22T23:09:50.968" v="14858" actId="1076"/>
          <ac:picMkLst>
            <pc:docMk/>
            <pc:sldMk cId="808248732" sldId="365"/>
            <ac:picMk id="15" creationId="{7DAA9408-F659-E0C4-99C1-7BB2D5E700B7}"/>
          </ac:picMkLst>
        </pc:picChg>
      </pc:sldChg>
      <pc:sldChg chg="addSp modSp add del mod modTransition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229267894" sldId="366"/>
        </pc:sldMkLst>
        <pc:spChg chg="add mod">
          <ac:chgData name="Simon Fong" userId="0989948daaec8292" providerId="LiveId" clId="{F12E0490-60F3-4147-9D04-93D87D41D5A0}" dt="2026-10-22T02:11:39.908" v="12981" actId="767"/>
          <ac:spMkLst>
            <pc:docMk/>
            <pc:sldMk cId="229267894" sldId="366"/>
            <ac:spMk id="2" creationId="{6C99036D-76C6-FE46-263A-77E3D4DF54B8}"/>
          </ac:spMkLst>
        </pc:spChg>
        <pc:spChg chg="mod">
          <ac:chgData name="Simon Fong" userId="0989948daaec8292" providerId="LiveId" clId="{F12E0490-60F3-4147-9D04-93D87D41D5A0}" dt="2026-10-22T01:18:29.834" v="12524" actId="20577"/>
          <ac:spMkLst>
            <pc:docMk/>
            <pc:sldMk cId="229267894" sldId="366"/>
            <ac:spMk id="5" creationId="{1B98B28E-8686-4568-74ED-69FE580C2BDA}"/>
          </ac:spMkLst>
        </pc:spChg>
        <pc:spChg chg="mod">
          <ac:chgData name="Simon Fong" userId="0989948daaec8292" providerId="LiveId" clId="{F12E0490-60F3-4147-9D04-93D87D41D5A0}" dt="2026-10-22T01:09:01.405" v="12485"/>
          <ac:spMkLst>
            <pc:docMk/>
            <pc:sldMk cId="229267894" sldId="366"/>
            <ac:spMk id="21" creationId="{A56FD3A5-050F-3DEE-DDB7-E8206667F978}"/>
          </ac:spMkLst>
        </pc:spChg>
        <pc:picChg chg="mod">
          <ac:chgData name="Simon Fong" userId="0989948daaec8292" providerId="LiveId" clId="{F12E0490-60F3-4147-9D04-93D87D41D5A0}" dt="2026-10-22T01:15:43.475" v="12512" actId="1076"/>
          <ac:picMkLst>
            <pc:docMk/>
            <pc:sldMk cId="229267894" sldId="366"/>
            <ac:picMk id="3" creationId="{BA409AFD-A735-C435-6E1A-FC10E67872D6}"/>
          </ac:picMkLst>
        </pc:picChg>
      </pc:sldChg>
      <pc:sldChg chg="addSp delSp modSp add mod ord addAnim delAnim modAnim">
        <pc:chgData name="Simon Fong" userId="0989948daaec8292" providerId="LiveId" clId="{F12E0490-60F3-4147-9D04-93D87D41D5A0}" dt="2026-10-22T23:13:45.707" v="14904"/>
        <pc:sldMkLst>
          <pc:docMk/>
          <pc:sldMk cId="2585813699" sldId="366"/>
        </pc:sldMkLst>
        <pc:spChg chg="mod">
          <ac:chgData name="Simon Fong" userId="0989948daaec8292" providerId="LiveId" clId="{F12E0490-60F3-4147-9D04-93D87D41D5A0}" dt="2026-10-22T21:56:19.985" v="14234" actId="207"/>
          <ac:spMkLst>
            <pc:docMk/>
            <pc:sldMk cId="2585813699" sldId="366"/>
            <ac:spMk id="5" creationId="{A32CA341-D85B-D6D0-ED6B-4571A9924C93}"/>
          </ac:spMkLst>
        </pc:spChg>
        <pc:picChg chg="del">
          <ac:chgData name="Simon Fong" userId="0989948daaec8292" providerId="LiveId" clId="{F12E0490-60F3-4147-9D04-93D87D41D5A0}" dt="2026-10-22T21:57:27.661" v="14236" actId="478"/>
          <ac:picMkLst>
            <pc:docMk/>
            <pc:sldMk cId="2585813699" sldId="366"/>
            <ac:picMk id="12" creationId="{ED626ED2-A0FD-7515-A417-E025D8EBFB9B}"/>
          </ac:picMkLst>
        </pc:picChg>
        <pc:picChg chg="add mod">
          <ac:chgData name="Simon Fong" userId="0989948daaec8292" providerId="LiveId" clId="{F12E0490-60F3-4147-9D04-93D87D41D5A0}" dt="2026-10-22T21:57:44.883" v="14239" actId="14100"/>
          <ac:picMkLst>
            <pc:docMk/>
            <pc:sldMk cId="2585813699" sldId="366"/>
            <ac:picMk id="14" creationId="{0BDA14F3-7243-8A50-C275-DC6D2902C1F1}"/>
          </ac:picMkLst>
        </pc:picChg>
        <pc:picChg chg="del">
          <ac:chgData name="Simon Fong" userId="0989948daaec8292" providerId="LiveId" clId="{F12E0490-60F3-4147-9D04-93D87D41D5A0}" dt="2026-10-22T21:57:27.022" v="14235" actId="478"/>
          <ac:picMkLst>
            <pc:docMk/>
            <pc:sldMk cId="2585813699" sldId="366"/>
            <ac:picMk id="15" creationId="{B0DDB96A-64CB-22C2-208D-B23887CBE063}"/>
          </ac:picMkLst>
        </pc:picChg>
      </pc:sldChg>
      <pc:sldChg chg="delSp 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928084548" sldId="367"/>
        </pc:sldMkLst>
        <pc:spChg chg="mod">
          <ac:chgData name="Simon Fong" userId="0989948daaec8292" providerId="LiveId" clId="{F12E0490-60F3-4147-9D04-93D87D41D5A0}" dt="2026-10-22T01:18:48.936" v="12538" actId="6549"/>
          <ac:spMkLst>
            <pc:docMk/>
            <pc:sldMk cId="2928084548" sldId="367"/>
            <ac:spMk id="5" creationId="{9840040A-A3B1-8E53-2EFC-52B92947A5AA}"/>
          </ac:spMkLst>
        </pc:spChg>
        <pc:spChg chg="mod">
          <ac:chgData name="Simon Fong" userId="0989948daaec8292" providerId="LiveId" clId="{F12E0490-60F3-4147-9D04-93D87D41D5A0}" dt="2026-10-22T01:17:49.283" v="12522" actId="20577"/>
          <ac:spMkLst>
            <pc:docMk/>
            <pc:sldMk cId="2928084548" sldId="367"/>
            <ac:spMk id="21" creationId="{3713279F-ABCD-B09F-E503-0FC03E758CFA}"/>
          </ac:spMkLst>
        </pc:spChg>
        <pc:picChg chg="del">
          <ac:chgData name="Simon Fong" userId="0989948daaec8292" providerId="LiveId" clId="{F12E0490-60F3-4147-9D04-93D87D41D5A0}" dt="2026-10-22T02:14:01.525" v="13021" actId="478"/>
          <ac:picMkLst>
            <pc:docMk/>
            <pc:sldMk cId="2928084548" sldId="367"/>
            <ac:picMk id="3" creationId="{2CF6133A-8C7C-0470-2DC0-AC16D46D56D5}"/>
          </ac:picMkLst>
        </pc:picChg>
      </pc:sldChg>
      <pc:sldChg chg="addSp delSp modSp add mod ord modTransition addAnim delAnim modAnim">
        <pc:chgData name="Simon Fong" userId="0989948daaec8292" providerId="LiveId" clId="{F12E0490-60F3-4147-9D04-93D87D41D5A0}" dt="2026-10-23T00:12:44.908" v="15526"/>
        <pc:sldMkLst>
          <pc:docMk/>
          <pc:sldMk cId="4243627534" sldId="367"/>
        </pc:sldMkLst>
        <pc:spChg chg="mod">
          <ac:chgData name="Simon Fong" userId="0989948daaec8292" providerId="LiveId" clId="{F12E0490-60F3-4147-9D04-93D87D41D5A0}" dt="2026-10-22T21:59:44.413" v="14256" actId="20577"/>
          <ac:spMkLst>
            <pc:docMk/>
            <pc:sldMk cId="4243627534" sldId="367"/>
            <ac:spMk id="5" creationId="{E4F1C407-8B47-4295-7348-659A97938918}"/>
          </ac:spMkLst>
        </pc:spChg>
        <pc:picChg chg="add mod">
          <ac:chgData name="Simon Fong" userId="0989948daaec8292" providerId="LiveId" clId="{F12E0490-60F3-4147-9D04-93D87D41D5A0}" dt="2026-10-22T21:59:31.367" v="14252" actId="1076"/>
          <ac:picMkLst>
            <pc:docMk/>
            <pc:sldMk cId="4243627534" sldId="367"/>
            <ac:picMk id="12" creationId="{82FB05AB-EE65-360A-0433-69C2EBA4FE63}"/>
          </ac:picMkLst>
        </pc:picChg>
        <pc:picChg chg="del">
          <ac:chgData name="Simon Fong" userId="0989948daaec8292" providerId="LiveId" clId="{F12E0490-60F3-4147-9D04-93D87D41D5A0}" dt="2026-10-22T21:59:10.297" v="14250" actId="478"/>
          <ac:picMkLst>
            <pc:docMk/>
            <pc:sldMk cId="4243627534" sldId="367"/>
            <ac:picMk id="17" creationId="{6CE9711D-63D9-6C56-EE9D-D227AA286FC7}"/>
          </ac:picMkLst>
        </pc:picChg>
      </pc:sldChg>
      <pc:sldChg chg="delSp 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1370512921" sldId="368"/>
        </pc:sldMkLst>
        <pc:spChg chg="mod">
          <ac:chgData name="Simon Fong" userId="0989948daaec8292" providerId="LiveId" clId="{F12E0490-60F3-4147-9D04-93D87D41D5A0}" dt="2026-10-22T02:16:03.762" v="13062" actId="207"/>
          <ac:spMkLst>
            <pc:docMk/>
            <pc:sldMk cId="1370512921" sldId="368"/>
            <ac:spMk id="5" creationId="{8DBD33DF-1A56-015C-4D6A-1FF693D4BCE1}"/>
          </ac:spMkLst>
        </pc:spChg>
        <pc:spChg chg="mod">
          <ac:chgData name="Simon Fong" userId="0989948daaec8292" providerId="LiveId" clId="{F12E0490-60F3-4147-9D04-93D87D41D5A0}" dt="2026-10-22T01:20:58.261" v="12540"/>
          <ac:spMkLst>
            <pc:docMk/>
            <pc:sldMk cId="1370512921" sldId="368"/>
            <ac:spMk id="21" creationId="{1D76C571-828D-D385-B034-E3829FED7774}"/>
          </ac:spMkLst>
        </pc:spChg>
        <pc:picChg chg="del">
          <ac:chgData name="Simon Fong" userId="0989948daaec8292" providerId="LiveId" clId="{F12E0490-60F3-4147-9D04-93D87D41D5A0}" dt="2026-10-22T01:22:34.227" v="12541" actId="478"/>
          <ac:picMkLst>
            <pc:docMk/>
            <pc:sldMk cId="1370512921" sldId="368"/>
            <ac:picMk id="3" creationId="{2C7BAA10-23BD-05F3-B032-AD2420447DA0}"/>
          </ac:picMkLst>
        </pc:picChg>
      </pc:sldChg>
      <pc:sldChg chg="addSp modSp add mod ord modTransition addAnim delAnim modAnim modNotesTx">
        <pc:chgData name="Simon Fong" userId="0989948daaec8292" providerId="LiveId" clId="{F12E0490-60F3-4147-9D04-93D87D41D5A0}" dt="2026-10-23T00:19:34.943" v="15536" actId="20577"/>
        <pc:sldMkLst>
          <pc:docMk/>
          <pc:sldMk cId="3918070127" sldId="368"/>
        </pc:sldMkLst>
        <pc:spChg chg="mod">
          <ac:chgData name="Simon Fong" userId="0989948daaec8292" providerId="LiveId" clId="{F12E0490-60F3-4147-9D04-93D87D41D5A0}" dt="2026-10-22T23:21:28.426" v="14961" actId="5793"/>
          <ac:spMkLst>
            <pc:docMk/>
            <pc:sldMk cId="3918070127" sldId="368"/>
            <ac:spMk id="5" creationId="{638BA86A-ECCB-97D5-33B7-E3984019FDD9}"/>
          </ac:spMkLst>
        </pc:spChg>
        <pc:picChg chg="mod">
          <ac:chgData name="Simon Fong" userId="0989948daaec8292" providerId="LiveId" clId="{F12E0490-60F3-4147-9D04-93D87D41D5A0}" dt="2026-10-22T23:20:33.640" v="14952" actId="554"/>
          <ac:picMkLst>
            <pc:docMk/>
            <pc:sldMk cId="3918070127" sldId="368"/>
            <ac:picMk id="8" creationId="{A4B137F7-7320-7CB4-5317-27DAEFCD3F9D}"/>
          </ac:picMkLst>
        </pc:picChg>
        <pc:picChg chg="add mod">
          <ac:chgData name="Simon Fong" userId="0989948daaec8292" providerId="LiveId" clId="{F12E0490-60F3-4147-9D04-93D87D41D5A0}" dt="2026-10-22T22:01:54.273" v="14311" actId="1037"/>
          <ac:picMkLst>
            <pc:docMk/>
            <pc:sldMk cId="3918070127" sldId="368"/>
            <ac:picMk id="12" creationId="{CBF6C358-8974-E7BE-B3D2-B38D9026AACE}"/>
          </ac:picMkLst>
        </pc:picChg>
        <pc:picChg chg="mod">
          <ac:chgData name="Simon Fong" userId="0989948daaec8292" providerId="LiveId" clId="{F12E0490-60F3-4147-9D04-93D87D41D5A0}" dt="2026-10-22T22:01:48.271" v="14300" actId="554"/>
          <ac:picMkLst>
            <pc:docMk/>
            <pc:sldMk cId="3918070127" sldId="368"/>
            <ac:picMk id="13" creationId="{629130AA-E143-8E1E-7822-4EF66A28A26F}"/>
          </ac:picMkLst>
        </pc:picChg>
        <pc:picChg chg="add mod">
          <ac:chgData name="Simon Fong" userId="0989948daaec8292" providerId="LiveId" clId="{F12E0490-60F3-4147-9D04-93D87D41D5A0}" dt="2026-10-22T23:20:33.640" v="14952" actId="554"/>
          <ac:picMkLst>
            <pc:docMk/>
            <pc:sldMk cId="3918070127" sldId="368"/>
            <ac:picMk id="15" creationId="{D02F2D68-8D34-08B0-5930-68B0CB88A4B4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2T23:22:04.618" v="14976"/>
        <pc:sldMkLst>
          <pc:docMk/>
          <pc:sldMk cId="661656855" sldId="369"/>
        </pc:sldMkLst>
        <pc:spChg chg="mod">
          <ac:chgData name="Simon Fong" userId="0989948daaec8292" providerId="LiveId" clId="{F12E0490-60F3-4147-9D04-93D87D41D5A0}" dt="2026-10-22T22:04:19.364" v="14339" actId="207"/>
          <ac:spMkLst>
            <pc:docMk/>
            <pc:sldMk cId="661656855" sldId="369"/>
            <ac:spMk id="5" creationId="{FE3480AF-96B7-A780-20BE-1C9B531FB2F4}"/>
          </ac:spMkLst>
        </pc:spChg>
        <pc:picChg chg="add mod modCrop">
          <ac:chgData name="Simon Fong" userId="0989948daaec8292" providerId="LiveId" clId="{F12E0490-60F3-4147-9D04-93D87D41D5A0}" dt="2026-10-22T22:05:25.348" v="14344" actId="14100"/>
          <ac:picMkLst>
            <pc:docMk/>
            <pc:sldMk cId="661656855" sldId="369"/>
            <ac:picMk id="14" creationId="{BECB40E5-0833-9DA8-6278-FADEE6E834F9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037759464" sldId="369"/>
        </pc:sldMkLst>
        <pc:spChg chg="mod">
          <ac:chgData name="Simon Fong" userId="0989948daaec8292" providerId="LiveId" clId="{F12E0490-60F3-4147-9D04-93D87D41D5A0}" dt="2026-10-22T02:18:03.179" v="13088" actId="207"/>
          <ac:spMkLst>
            <pc:docMk/>
            <pc:sldMk cId="2037759464" sldId="369"/>
            <ac:spMk id="5" creationId="{FCFFCBF7-FE75-AE27-2045-C44101088BD7}"/>
          </ac:spMkLst>
        </pc:spChg>
        <pc:spChg chg="mod">
          <ac:chgData name="Simon Fong" userId="0989948daaec8292" providerId="LiveId" clId="{F12E0490-60F3-4147-9D04-93D87D41D5A0}" dt="2026-10-22T01:23:42.004" v="12582"/>
          <ac:spMkLst>
            <pc:docMk/>
            <pc:sldMk cId="2037759464" sldId="369"/>
            <ac:spMk id="21" creationId="{66C9C005-FA52-448E-ACD3-F801D0E9DA66}"/>
          </ac:spMkLst>
        </pc:spChg>
      </pc:sldChg>
      <pc:sldChg chg="delSp 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390275752" sldId="370"/>
        </pc:sldMkLst>
        <pc:spChg chg="mod">
          <ac:chgData name="Simon Fong" userId="0989948daaec8292" providerId="LiveId" clId="{F12E0490-60F3-4147-9D04-93D87D41D5A0}" dt="2026-10-22T01:26:38.438" v="12650" actId="207"/>
          <ac:spMkLst>
            <pc:docMk/>
            <pc:sldMk cId="390275752" sldId="370"/>
            <ac:spMk id="5" creationId="{F7791108-7664-E113-6D70-608BFC6EC011}"/>
          </ac:spMkLst>
        </pc:spChg>
        <pc:spChg chg="mod">
          <ac:chgData name="Simon Fong" userId="0989948daaec8292" providerId="LiveId" clId="{F12E0490-60F3-4147-9D04-93D87D41D5A0}" dt="2026-10-22T01:25:37.900" v="12624" actId="20577"/>
          <ac:spMkLst>
            <pc:docMk/>
            <pc:sldMk cId="390275752" sldId="370"/>
            <ac:spMk id="21" creationId="{0ED9E40A-9860-60B7-333F-386C0015A948}"/>
          </ac:spMkLst>
        </pc:spChg>
        <pc:picChg chg="del">
          <ac:chgData name="Simon Fong" userId="0989948daaec8292" providerId="LiveId" clId="{F12E0490-60F3-4147-9D04-93D87D41D5A0}" dt="2026-10-22T01:25:32.918" v="12618" actId="478"/>
          <ac:picMkLst>
            <pc:docMk/>
            <pc:sldMk cId="390275752" sldId="370"/>
            <ac:picMk id="4" creationId="{AD865109-E96D-70B3-02E6-6B3901F0AAB2}"/>
          </ac:picMkLst>
        </pc:picChg>
      </pc:sldChg>
      <pc:sldChg chg="addSp delSp modSp add mod addAnim delAnim modAnim modNotesTx">
        <pc:chgData name="Simon Fong" userId="0989948daaec8292" providerId="LiveId" clId="{F12E0490-60F3-4147-9D04-93D87D41D5A0}" dt="2026-10-23T00:20:18.561" v="15538" actId="20577"/>
        <pc:sldMkLst>
          <pc:docMk/>
          <pc:sldMk cId="1757453587" sldId="370"/>
        </pc:sldMkLst>
        <pc:spChg chg="mod">
          <ac:chgData name="Simon Fong" userId="0989948daaec8292" providerId="LiveId" clId="{F12E0490-60F3-4147-9D04-93D87D41D5A0}" dt="2026-10-22T22:06:58.084" v="14360" actId="6549"/>
          <ac:spMkLst>
            <pc:docMk/>
            <pc:sldMk cId="1757453587" sldId="370"/>
            <ac:spMk id="5" creationId="{2EBA1228-B1F6-24BD-8D94-0C7888C2BEFE}"/>
          </ac:spMkLst>
        </pc:spChg>
        <pc:picChg chg="del">
          <ac:chgData name="Simon Fong" userId="0989948daaec8292" providerId="LiveId" clId="{F12E0490-60F3-4147-9D04-93D87D41D5A0}" dt="2026-10-22T22:08:38.239" v="14361" actId="478"/>
          <ac:picMkLst>
            <pc:docMk/>
            <pc:sldMk cId="1757453587" sldId="370"/>
            <ac:picMk id="14" creationId="{4ED33AA4-45DC-697A-BA4F-5F9E0CA90938}"/>
          </ac:picMkLst>
        </pc:picChg>
        <pc:picChg chg="add mod modCrop">
          <ac:chgData name="Simon Fong" userId="0989948daaec8292" providerId="LiveId" clId="{F12E0490-60F3-4147-9D04-93D87D41D5A0}" dt="2026-10-22T23:22:51.019" v="14980" actId="732"/>
          <ac:picMkLst>
            <pc:docMk/>
            <pc:sldMk cId="1757453587" sldId="370"/>
            <ac:picMk id="15" creationId="{CFD6FC80-E605-EECD-2DB9-0C3BD3547763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3T00:14:21.446" v="15535"/>
        <pc:sldMkLst>
          <pc:docMk/>
          <pc:sldMk cId="3987069449" sldId="371"/>
        </pc:sldMkLst>
        <pc:spChg chg="mod">
          <ac:chgData name="Simon Fong" userId="0989948daaec8292" providerId="LiveId" clId="{F12E0490-60F3-4147-9D04-93D87D41D5A0}" dt="2026-10-22T22:10:40.065" v="14390" actId="207"/>
          <ac:spMkLst>
            <pc:docMk/>
            <pc:sldMk cId="3987069449" sldId="371"/>
            <ac:spMk id="5" creationId="{8475030C-2238-C29C-E1FD-55AD9EC6B207}"/>
          </ac:spMkLst>
        </pc:spChg>
        <pc:picChg chg="add mod modCrop">
          <ac:chgData name="Simon Fong" userId="0989948daaec8292" providerId="LiveId" clId="{F12E0490-60F3-4147-9D04-93D87D41D5A0}" dt="2026-10-22T22:11:44.593" v="14400" actId="14100"/>
          <ac:picMkLst>
            <pc:docMk/>
            <pc:sldMk cId="3987069449" sldId="371"/>
            <ac:picMk id="14" creationId="{67A65D06-315A-2073-EEFA-E1A48694E281}"/>
          </ac:picMkLst>
        </pc:picChg>
        <pc:picChg chg="del">
          <ac:chgData name="Simon Fong" userId="0989948daaec8292" providerId="LiveId" clId="{F12E0490-60F3-4147-9D04-93D87D41D5A0}" dt="2026-10-22T22:09:26.385" v="14368" actId="478"/>
          <ac:picMkLst>
            <pc:docMk/>
            <pc:sldMk cId="3987069449" sldId="371"/>
            <ac:picMk id="15" creationId="{A44AFB37-C400-42FF-2E4E-B0437DD162C5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2T23:25:42.626" v="15027" actId="554"/>
        <pc:sldMkLst>
          <pc:docMk/>
          <pc:sldMk cId="600247718" sldId="372"/>
        </pc:sldMkLst>
        <pc:spChg chg="mod">
          <ac:chgData name="Simon Fong" userId="0989948daaec8292" providerId="LiveId" clId="{F12E0490-60F3-4147-9D04-93D87D41D5A0}" dt="2026-10-22T22:12:52.103" v="14516" actId="207"/>
          <ac:spMkLst>
            <pc:docMk/>
            <pc:sldMk cId="600247718" sldId="372"/>
            <ac:spMk id="5" creationId="{C80C8BDB-1AE6-F8A7-E1CD-0F8948DD3459}"/>
          </ac:spMkLst>
        </pc:spChg>
        <pc:picChg chg="mod">
          <ac:chgData name="Simon Fong" userId="0989948daaec8292" providerId="LiveId" clId="{F12E0490-60F3-4147-9D04-93D87D41D5A0}" dt="2026-10-22T23:25:42.626" v="15027" actId="554"/>
          <ac:picMkLst>
            <pc:docMk/>
            <pc:sldMk cId="600247718" sldId="372"/>
            <ac:picMk id="3" creationId="{2641067F-3FCC-4E6A-5176-D2C4BABBF563}"/>
          </ac:picMkLst>
        </pc:picChg>
        <pc:picChg chg="mod">
          <ac:chgData name="Simon Fong" userId="0989948daaec8292" providerId="LiveId" clId="{F12E0490-60F3-4147-9D04-93D87D41D5A0}" dt="2026-10-22T22:13:46.584" v="14520" actId="554"/>
          <ac:picMkLst>
            <pc:docMk/>
            <pc:sldMk cId="600247718" sldId="372"/>
            <ac:picMk id="12" creationId="{5CADD581-B99C-08BC-0B71-CDBD83798838}"/>
          </ac:picMkLst>
        </pc:picChg>
        <pc:picChg chg="del">
          <ac:chgData name="Simon Fong" userId="0989948daaec8292" providerId="LiveId" clId="{F12E0490-60F3-4147-9D04-93D87D41D5A0}" dt="2026-10-22T22:12:08.953" v="14402" actId="478"/>
          <ac:picMkLst>
            <pc:docMk/>
            <pc:sldMk cId="600247718" sldId="372"/>
            <ac:picMk id="14" creationId="{6068FE16-10EB-20CA-6984-02BEA4AACE77}"/>
          </ac:picMkLst>
        </pc:picChg>
        <pc:picChg chg="add mod">
          <ac:chgData name="Simon Fong" userId="0989948daaec8292" providerId="LiveId" clId="{F12E0490-60F3-4147-9D04-93D87D41D5A0}" dt="2026-10-22T22:13:50.807" v="14525" actId="1038"/>
          <ac:picMkLst>
            <pc:docMk/>
            <pc:sldMk cId="600247718" sldId="372"/>
            <ac:picMk id="15" creationId="{6AAACE60-8FE1-312E-0EB5-F1FF1332111E}"/>
          </ac:picMkLst>
        </pc:picChg>
        <pc:picChg chg="add mod">
          <ac:chgData name="Simon Fong" userId="0989948daaec8292" providerId="LiveId" clId="{F12E0490-60F3-4147-9D04-93D87D41D5A0}" dt="2026-10-22T23:25:42.626" v="15027" actId="554"/>
          <ac:picMkLst>
            <pc:docMk/>
            <pc:sldMk cId="600247718" sldId="372"/>
            <ac:picMk id="17" creationId="{3CD96839-11C9-A24D-89EE-7F0C44B85251}"/>
          </ac:picMkLst>
        </pc:picChg>
      </pc:sldChg>
      <pc:sldChg chg="addSp delSp modSp add mod ord modTransition addAnim delAnim modAnim modNotesTx">
        <pc:chgData name="Simon Fong" userId="0989948daaec8292" providerId="LiveId" clId="{F12E0490-60F3-4147-9D04-93D87D41D5A0}" dt="2026-10-23T00:23:28.669" v="15559" actId="6549"/>
        <pc:sldMkLst>
          <pc:docMk/>
          <pc:sldMk cId="1155343946" sldId="373"/>
        </pc:sldMkLst>
        <pc:spChg chg="mod">
          <ac:chgData name="Simon Fong" userId="0989948daaec8292" providerId="LiveId" clId="{F12E0490-60F3-4147-9D04-93D87D41D5A0}" dt="2026-10-23T00:23:28.669" v="15559" actId="6549"/>
          <ac:spMkLst>
            <pc:docMk/>
            <pc:sldMk cId="1155343946" sldId="373"/>
            <ac:spMk id="2" creationId="{0731DA50-B220-92CB-1B59-81121C1C4F25}"/>
          </ac:spMkLst>
        </pc:spChg>
        <pc:spChg chg="mod">
          <ac:chgData name="Simon Fong" userId="0989948daaec8292" providerId="LiveId" clId="{F12E0490-60F3-4147-9D04-93D87D41D5A0}" dt="2026-10-22T22:14:47.928" v="14532" actId="6549"/>
          <ac:spMkLst>
            <pc:docMk/>
            <pc:sldMk cId="1155343946" sldId="373"/>
            <ac:spMk id="5" creationId="{0E3FC0EE-28D1-13FD-245F-05B4B07A74B8}"/>
          </ac:spMkLst>
        </pc:spChg>
        <pc:spChg chg="add mod">
          <ac:chgData name="Simon Fong" userId="0989948daaec8292" providerId="LiveId" clId="{F12E0490-60F3-4147-9D04-93D87D41D5A0}" dt="2026-10-22T23:55:50.498" v="15120" actId="1582"/>
          <ac:spMkLst>
            <pc:docMk/>
            <pc:sldMk cId="1155343946" sldId="373"/>
            <ac:spMk id="7" creationId="{EAA84040-3CF9-8B56-B68C-B6053AD4729E}"/>
          </ac:spMkLst>
        </pc:spChg>
        <pc:graphicFrameChg chg="add del mod modGraphic">
          <ac:chgData name="Simon Fong" userId="0989948daaec8292" providerId="LiveId" clId="{F12E0490-60F3-4147-9D04-93D87D41D5A0}" dt="2026-10-22T23:54:32.053" v="15111" actId="478"/>
          <ac:graphicFrameMkLst>
            <pc:docMk/>
            <pc:sldMk cId="1155343946" sldId="373"/>
            <ac:graphicFrameMk id="3" creationId="{1D568389-001F-22C7-66B2-47304E5B327B}"/>
          </ac:graphicFrameMkLst>
        </pc:graphicFrameChg>
        <pc:picChg chg="add mod">
          <ac:chgData name="Simon Fong" userId="0989948daaec8292" providerId="LiveId" clId="{F12E0490-60F3-4147-9D04-93D87D41D5A0}" dt="2026-10-22T23:54:57.399" v="15114" actId="1076"/>
          <ac:picMkLst>
            <pc:docMk/>
            <pc:sldMk cId="1155343946" sldId="373"/>
            <ac:picMk id="6" creationId="{301255C7-ACAE-E0E7-4D85-B86ABA60517C}"/>
          </ac:picMkLst>
        </pc:picChg>
      </pc:sldChg>
      <pc:sldChg chg="addSp delSp modSp add mod">
        <pc:chgData name="Simon Fong" userId="0989948daaec8292" providerId="LiveId" clId="{F12E0490-60F3-4147-9D04-93D87D41D5A0}" dt="2026-10-22T22:21:29.108" v="14603" actId="207"/>
        <pc:sldMkLst>
          <pc:docMk/>
          <pc:sldMk cId="4094139185" sldId="374"/>
        </pc:sldMkLst>
        <pc:spChg chg="mod">
          <ac:chgData name="Simon Fong" userId="0989948daaec8292" providerId="LiveId" clId="{F12E0490-60F3-4147-9D04-93D87D41D5A0}" dt="2026-10-22T22:19:32.359" v="14582"/>
          <ac:spMkLst>
            <pc:docMk/>
            <pc:sldMk cId="4094139185" sldId="374"/>
            <ac:spMk id="2" creationId="{1548B5BF-F2FC-3410-5554-0460F7CED9F9}"/>
          </ac:spMkLst>
        </pc:spChg>
        <pc:spChg chg="add mod">
          <ac:chgData name="Simon Fong" userId="0989948daaec8292" providerId="LiveId" clId="{F12E0490-60F3-4147-9D04-93D87D41D5A0}" dt="2026-10-22T22:21:29.108" v="14603" actId="207"/>
          <ac:spMkLst>
            <pc:docMk/>
            <pc:sldMk cId="4094139185" sldId="374"/>
            <ac:spMk id="4" creationId="{DF51A859-11F6-FFF0-CD48-0762F6016477}"/>
          </ac:spMkLst>
        </pc:spChg>
        <pc:graphicFrameChg chg="del">
          <ac:chgData name="Simon Fong" userId="0989948daaec8292" providerId="LiveId" clId="{F12E0490-60F3-4147-9D04-93D87D41D5A0}" dt="2026-10-22T22:19:24.360" v="14581" actId="478"/>
          <ac:graphicFrameMkLst>
            <pc:docMk/>
            <pc:sldMk cId="4094139185" sldId="374"/>
            <ac:graphicFrameMk id="3" creationId="{7E89BA34-28D9-2664-8899-EE666C15CA29}"/>
          </ac:graphicFrameMkLst>
        </pc:graphicFrameChg>
      </pc:sldChg>
      <pc:sldChg chg="modSp add mod modTransition modNotesTx">
        <pc:chgData name="Simon Fong" userId="0989948daaec8292" providerId="LiveId" clId="{F12E0490-60F3-4147-9D04-93D87D41D5A0}" dt="2026-10-23T00:28:29.267" v="15581" actId="12385"/>
        <pc:sldMkLst>
          <pc:docMk/>
          <pc:sldMk cId="581405059" sldId="375"/>
        </pc:sldMkLst>
        <pc:spChg chg="mod">
          <ac:chgData name="Simon Fong" userId="0989948daaec8292" providerId="LiveId" clId="{F12E0490-60F3-4147-9D04-93D87D41D5A0}" dt="2026-10-23T00:04:06.447" v="15504" actId="20577"/>
          <ac:spMkLst>
            <pc:docMk/>
            <pc:sldMk cId="581405059" sldId="375"/>
            <ac:spMk id="2" creationId="{C0B6486F-1461-D4B6-E55E-DAE277D527A2}"/>
          </ac:spMkLst>
        </pc:spChg>
        <pc:graphicFrameChg chg="modGraphic">
          <ac:chgData name="Simon Fong" userId="0989948daaec8292" providerId="LiveId" clId="{F12E0490-60F3-4147-9D04-93D87D41D5A0}" dt="2026-10-23T00:28:29.267" v="15581" actId="12385"/>
          <ac:graphicFrameMkLst>
            <pc:docMk/>
            <pc:sldMk cId="581405059" sldId="375"/>
            <ac:graphicFrameMk id="3" creationId="{3D80DF60-FDCE-8A2B-43B7-B6A0D0DD1EDA}"/>
          </ac:graphicFrameMkLst>
        </pc:graphicFrameChg>
      </pc:sldChg>
      <pc:sldChg chg="modSp add mod modTransition modAnim modNotesTx">
        <pc:chgData name="Simon Fong" userId="0989948daaec8292" providerId="LiveId" clId="{F12E0490-60F3-4147-9D04-93D87D41D5A0}" dt="2026-10-23T00:23:33.078" v="15560" actId="20577"/>
        <pc:sldMkLst>
          <pc:docMk/>
          <pc:sldMk cId="2472096788" sldId="376"/>
        </pc:sldMkLst>
        <pc:spChg chg="mod">
          <ac:chgData name="Simon Fong" userId="0989948daaec8292" providerId="LiveId" clId="{F12E0490-60F3-4147-9D04-93D87D41D5A0}" dt="2026-10-23T00:23:33.078" v="15560" actId="20577"/>
          <ac:spMkLst>
            <pc:docMk/>
            <pc:sldMk cId="2472096788" sldId="376"/>
            <ac:spMk id="2" creationId="{E15235E8-3032-DDD0-C013-F5FC4FB303FC}"/>
          </ac:spMkLst>
        </pc:spChg>
        <pc:spChg chg="mod">
          <ac:chgData name="Simon Fong" userId="0989948daaec8292" providerId="LiveId" clId="{F12E0490-60F3-4147-9D04-93D87D41D5A0}" dt="2026-10-22T23:58:08.797" v="15265" actId="14100"/>
          <ac:spMkLst>
            <pc:docMk/>
            <pc:sldMk cId="2472096788" sldId="376"/>
            <ac:spMk id="7" creationId="{084382BE-53ED-3387-07CC-997D552AB5BB}"/>
          </ac:spMkLst>
        </pc:spChg>
      </pc:sldChg>
      <pc:sldChg chg="modSp add mod modTransition modNotesTx">
        <pc:chgData name="Simon Fong" userId="0989948daaec8292" providerId="LiveId" clId="{F12E0490-60F3-4147-9D04-93D87D41D5A0}" dt="2026-10-23T00:23:37.117" v="15561" actId="6549"/>
        <pc:sldMkLst>
          <pc:docMk/>
          <pc:sldMk cId="1571470033" sldId="377"/>
        </pc:sldMkLst>
        <pc:spChg chg="mod">
          <ac:chgData name="Simon Fong" userId="0989948daaec8292" providerId="LiveId" clId="{F12E0490-60F3-4147-9D04-93D87D41D5A0}" dt="2026-10-23T00:23:37.117" v="15561" actId="6549"/>
          <ac:spMkLst>
            <pc:docMk/>
            <pc:sldMk cId="1571470033" sldId="377"/>
            <ac:spMk id="2" creationId="{572282AD-42B5-554C-4AEA-17DF35D8D0DA}"/>
          </ac:spMkLst>
        </pc:spChg>
        <pc:spChg chg="mod">
          <ac:chgData name="Simon Fong" userId="0989948daaec8292" providerId="LiveId" clId="{F12E0490-60F3-4147-9D04-93D87D41D5A0}" dt="2026-10-23T00:01:26.693" v="15410" actId="14100"/>
          <ac:spMkLst>
            <pc:docMk/>
            <pc:sldMk cId="1571470033" sldId="377"/>
            <ac:spMk id="7" creationId="{956B4BF3-AAD6-E1D2-CC33-D769B8958A9E}"/>
          </ac:spMkLst>
        </pc:spChg>
      </pc:sldChg>
      <pc:sldChg chg="modSp add mod modTransition modNotesTx">
        <pc:chgData name="Simon Fong" userId="0989948daaec8292" providerId="LiveId" clId="{F12E0490-60F3-4147-9D04-93D87D41D5A0}" dt="2026-10-23T00:23:41.021" v="15562" actId="6549"/>
        <pc:sldMkLst>
          <pc:docMk/>
          <pc:sldMk cId="1358887583" sldId="378"/>
        </pc:sldMkLst>
        <pc:spChg chg="mod">
          <ac:chgData name="Simon Fong" userId="0989948daaec8292" providerId="LiveId" clId="{F12E0490-60F3-4147-9D04-93D87D41D5A0}" dt="2026-10-23T00:23:41.021" v="15562" actId="6549"/>
          <ac:spMkLst>
            <pc:docMk/>
            <pc:sldMk cId="1358887583" sldId="378"/>
            <ac:spMk id="2" creationId="{59D8D74B-F8CE-6C3B-899B-6ED5BFB79D52}"/>
          </ac:spMkLst>
        </pc:spChg>
        <pc:spChg chg="mod">
          <ac:chgData name="Simon Fong" userId="0989948daaec8292" providerId="LiveId" clId="{F12E0490-60F3-4147-9D04-93D87D41D5A0}" dt="2026-10-23T00:02:39.440" v="15489" actId="1038"/>
          <ac:spMkLst>
            <pc:docMk/>
            <pc:sldMk cId="1358887583" sldId="378"/>
            <ac:spMk id="7" creationId="{E14CA558-73DB-7A8B-F751-CD3019F663C5}"/>
          </ac:spMkLst>
        </pc:spChg>
      </pc:sldChg>
      <pc:sldMasterChg chg="setBg modSldLayout">
        <pc:chgData name="Simon Fong" userId="0989948daaec8292" providerId="LiveId" clId="{F12E0490-60F3-4147-9D04-93D87D41D5A0}" dt="2026-10-20T23:45:54.116" v="5417"/>
        <pc:sldMasterMkLst>
          <pc:docMk/>
          <pc:sldMasterMk cId="1665112790" sldId="2147483759"/>
        </pc:sldMasterMkLst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97200525" sldId="214748376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222384926" sldId="2147483761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24830979" sldId="2147483762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336630391" sldId="2147483763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36070296" sldId="2147483764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17942018" sldId="2147483765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88594335" sldId="2147483766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224422293" sldId="2147483767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828374964" sldId="2147483768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446437269" sldId="2147483769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096441000" sldId="214748377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697300382" sldId="21474837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3641-D97D-4221-8E4A-4CE191803EE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43C2D-F906-40B9-A627-61546CDC67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8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56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97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application does not need this cloud access. The specialist removes the broad IAM role used in the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4935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6A9F-8C22-500F-CE6B-41673FF3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ED7B9-49BD-C909-6A04-F270AC724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93554-FB95-18B0-D2B0-0F39682F0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Removing the annotation stops new application pods from receiving the previous IRSA identity configuration.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66A71-23E7-0310-295B-489B69935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1576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24EB5-BFAF-7655-A9D5-18DC029C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E1009-49DE-70E9-47B0-5C85276C9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6E5A1-F71C-979E-265A-C2CDB12F4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 remains exploitable, but the replay script cannot find the IRSA identity it previously used to access cloud secrets.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4A099-BED3-0C07-4B74-B1A9FAAB2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7471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CE72F-D9B4-7CE2-904A-D80641F8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6429D-0B1C-C2FE-0861-4D5B2F90E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3584B-F91A-A262-7E43-292302DE0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hardening blocks the demonstrated IRSA path. 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the specialist restricts the workload's access inside the cluster.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6A423-9010-3ACC-77E8-BAE02F050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294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E09FB-14F8-7621-5288-FE3C7DCC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F5FE5-BDF0-90EB-3801-D93BFCB10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073BF-726F-FFB1-E49D-A4152464E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specialist removes broad secret-read permissions, limiting the Kubernetes service account to the access this workload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B7EBD-EFDF-AC0C-9F95-2C869E60B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5056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8472-BEDB-D17C-B7A6-92B84860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80371-7562-6DA1-7114-68142A823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6C327-8153-F351-0D21-BA5C31CB7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Replaying the secret request now returns Forbidden. The service account no longer has broad access to cluster secrets.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9C6FE-8D57-C818-A8B9-7D17A5D1B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8809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AA35-11E6-7CB4-9102-1A49B24E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7DE46-0795-3492-B55F-7E980D2DE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611E4-D9AF-28E5-F731-7621E4E0F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specialist adds default-deny isolation and explicit access rules for the internal service.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95854-454D-ADD0-6E49-3BD22EE92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8439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2FCC-43CD-68AF-848A-1CC1D329B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0EE16-B5E0-8252-9919-13CDB6120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BEFF4-2767-BD29-658D-181481AF5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network isolation, the recorded request from the compromised application to the internal API times 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4553A-68A9-D094-FC28-EEA17D66B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2827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E791-AD9A-A1A2-3BFA-59ED2023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B6452-0FD3-1D0B-4AF5-7C8F42DF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D58A8-D929-3F5D-84C6-176885242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Authorization rejects secret access, and the internal API request times out. Next, the specialist hardens the container itself.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005DD-064B-00C1-4EA9-17DE637A5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3760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B308-726C-5815-3363-23D1C42C6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928A7-300E-00C9-228A-6DA6CD3D6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CF1CB-9ED8-4230-F0C5-A33E12F3C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specialist limits process privileges, makes the root filesystem read-only, and disables automatic Kubernetes token mounting.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DD9AB-B9B1-BC5A-CC39-F2A12E9C3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2940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67BC7-9078-7CCF-E3E8-548C6441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C7E42-3A9D-9D60-5147-0B6032515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35B9A-58F9-816A-29F2-92D15C1F1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replay confirms the runtime restrictions.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7ADD6-E6BA-3C12-074E-B493D3FA0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3027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31A6-8249-1E1E-71F9-F80EEFB5E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EE5A5-4E98-7964-8FB2-4C2454533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7735F-ACA1-BB47-9217-91FB1ED62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 admission controls reject the test pod because it fails the Restricted standard.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BAA5A-5A33-3052-5C7D-7CD18377F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9006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133E5-7C14-34C4-4068-FFD1231B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CF5D6-7BF6-4A89-2EB3-E07519824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439F1-FE39-987A-9B71-79F8F3D15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replay confirms the runtime restrictions.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3EB8-09CC-CD0C-FE07-5C5B17304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2754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46F6-DF0C-2432-F410-C2F5BA8D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1C42D-554B-C7D7-6BE0-6C249B0FA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146F0-D3BB-D63E-882F-9420A01D9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controls reduce privileges and exposed identity. 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specialist now patches the application vulnerability that enabled the initial attack.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DD26A-83B5-273E-28B6-B6CB9B933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3043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2E2F-BF2B-68F1-6B09-FC184B63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207F4-70A2-9463-3D5E-D8655C3F6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50694-0CE9-F4C4-E846-685AD336E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specialist updates the vulnerable dependencies. The recorded audit reports no known vulnerabilities in that dependency snapshot.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C8B20-32A4-8557-73DA-410CC4D75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7805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0464-C7F1-262B-D668-6651011A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8BB98-413E-2CAD-2786-C451C83F5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060BE-1B61-B210-2D79-8CC1E8386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multistage build separates build tooling from the runtime. 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production server runs in a minimal image as a non-root user.</a:t>
            </a:r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06DE9-70A4-2781-EC3B-F243E240A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5191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B749-800B-5340-834C-44934DF1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4AFE2-9AB1-67C3-3F93-FCC04ED5C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E8493-0681-4E1A-56DA-1366E85CD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application remains reachable, while the recorded React2Shell replay returns no command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4B66-F646-ED70-A123-558C790B1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2438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D87D-34DF-C4A4-BF21-FA9C95D0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C790C-DBE8-49A0-2E46-25D7E6E36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907C7-E107-0E50-C7C6-78978A644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stage addresses the application entry point and reduces the runtime image's attack surface.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E1D54-F7C9-2AF7-F7B3-58E2DC88D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8971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9A727-EE87-7A44-CE82-D9E5CDA6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4DF5A-D915-2320-CA5B-324C7A1A9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642D8-374B-2975-9F5E-3D8937AD1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At the cloud layer, remove unnecessary IRSA access and correct the IAM role to secure the RDS credentials.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AFB96-C59B-9D12-51C2-D3D2796B0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54045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86868-BE63-AA98-CB87-52DFA5AC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FB31-62CB-1910-5744-6B706BC69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EDA23-F908-515F-90DB-4DBBE7440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At the cluster layer, correct role-based access control, enable network isolation, and secure the cluster secret and internal API.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DFED7-7518-61CB-F2B0-95BA9A4DC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254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9CC3-7BE5-15EB-1FCC-24E561FC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E6BD6-BE60-1400-03B6-689E3833E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E3B2C-2D8E-7E35-82AB-394722D5B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At the container layer, secure context and Pod Security Standard admission prevent privileged execution.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E5593-CBA8-77AF-A7C3-97E749A05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4708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06F4-BC86-37A9-0F13-073FD627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AC2F7-349C-D5A7-8AA6-B96C4DBB6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CD56-ADA9-AAFE-7768-CAA668504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At the code layer, patched dependencies and hardened image prevent remote code execution.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0204-88E9-1D33-D04E-0573D5587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677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4CBF-FF4A-8243-AA27-6FA43AF5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32351-33A9-28ED-2DCE-434891EC0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68EF2-FF2C-26BF-10B3-67D4293F3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3191B-7B69-C06C-7AE1-41F8116D8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5224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1872E-8AE1-253D-F0C1-B25C3B93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F4929-62DC-F43D-7B00-FA32D4DC9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A0476-E49F-C6EB-26AB-94DA6EE68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we switch to the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perspective and integrate security checks into delivery workflows and runtime monitoring.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7AC22-A134-2E5B-4656-CCD2DE5C4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4562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C95-1BD0-D5BD-EA4D-95B89C696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D8CB8-79C7-2A96-8FAF-B2D5C0A4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AFEB-571D-41CA-974B-28509E9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71D7-7D5B-1EC6-57D7-7616BBE1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5ECD-4F3E-73B7-2AB0-6D5BE3C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20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7BB3-50A4-58AB-7B02-490FD521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1A38-8669-C39C-9E6B-316DA0D5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EDF95-B307-51F8-DECF-B44CB1E2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2871-1325-059D-530B-BDD25B28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1911-4B6E-FECE-011E-251CD036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38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2F06-A1E8-36F1-B94A-DE1BDB65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A934A-FB4E-6879-B7A6-98571447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FC4E-5642-A56D-D15E-25E8C85F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C825-6A32-ED7A-9767-D5B047A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BB5D-FB5A-74F7-11ED-3E755F6E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83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55B0-1F3D-F4A0-5BEF-F606A2D0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C31B-767A-5897-44BA-2141F12D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E4D79-D1C2-877D-7139-336285B70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9AD9-8F82-9567-2F92-B2F739AE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2D390-516F-E604-8197-6373E12B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56101-EB47-9389-2DC0-49B79192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6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CBFB-0E08-C0A4-43C6-ECC96037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E745B-0100-FE43-2418-8939A2392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56A66-37B4-01ED-0F07-41AEAD41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356B7-A3C2-442B-204E-D8A947937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D2C3B-813A-A445-C5C9-30DD7B377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E522A-2184-DE56-6F0A-62ADC664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B07E5-08F2-C9C7-AB46-F1F16F4E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D104-DA67-5D73-435F-7AB99EEA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07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5C52-7A09-0581-9E28-732BC79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A3864-EE81-E1A8-3FCA-940C693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BEC60-E73E-F4B8-34FF-2032196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F1D31-7C61-08F2-BF32-EBC19B38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4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AEF73-FC3A-3E23-FF03-04DEEB77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DE635-FE03-F8C6-8C63-39BA23F4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996D-ECAC-0E7A-BAA0-30DF429D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59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7600-46BA-310F-E840-9FD891EE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B522-C0B2-C9D4-69A4-5BAC0C9B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AB4AD-89D5-0560-F415-7AD941131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E0E2-53FB-FC0C-6FFC-6DA548AA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29A5F-B066-AE3A-B101-71144257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D923F-377C-633F-EF98-CF9B4C06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42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B2FF-FAE7-0DDB-F193-9DEAD97E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DE531-9654-C3AA-8EA8-0A57169E9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3564-784E-E424-7BF5-A422D65E5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9DF2-58F8-C2E1-7BD8-D6C32B9B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5B1B-4EFF-8334-361C-4507751D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B532-7C88-2DAB-E4E4-09B891BB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7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E18F-448A-8DA0-FC0A-C6232609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8D12E-D5C3-7905-2927-162149488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81EC-713F-5DB0-8215-699C2016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6A23-ABB2-7851-EC95-59594BA7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B78B-DA71-6C99-CD79-3FC70DA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43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4A6BA-98E5-7EA2-46CE-8810EFA2A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F95B-13B5-ACFE-983A-DA8BE6312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A19D3-F465-12BE-2F21-25B74CB5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E0B5-284B-ADA6-80A7-C539A76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3CB72-1206-FAD7-23C6-89B72058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44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61397C-706D-4EB8-B1E1-D1B680D284C3}" type="datetime1">
              <a:rPr lang="en-US" smtClean="0"/>
              <a:t>10/22/2026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300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21B6B-3277-7B3E-D636-D9AFF1E2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435F-36AF-313C-7FA1-017B0574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1C9C-270A-4951-1EAA-61A2E2634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57EAC-F02C-41AB-966A-B857386BB5B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94C93-997A-BD0B-48F6-10EF316F8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E3BB-45FF-070C-2C0C-02C6FC0BC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11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58F0ED-9F1D-EFEC-3544-41B5BB8F4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" r="7867"/>
          <a:stretch/>
        </p:blipFill>
        <p:spPr>
          <a:xfrm flipH="1"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B66FF80-661C-B63A-31A9-41C8E14A7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3141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React2Shell on Amazon EKS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FFB20242-D968-BFEB-4CC4-53D1AD03B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06289" cy="13593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One vulnerability. Four layers.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Attack. Detect. Harden.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5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D4A6-B1DA-E51A-5483-FC1FF329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FAB4-09B7-EB32-768D-B4308FE8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Security Specialist's Story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E4947C39-FB44-13AB-6D85-5B4536E612D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Scenario: 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Containment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limits the current incident. </a:t>
            </a:r>
          </a:p>
          <a:p>
            <a:pPr marL="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underlying weaknesses still </a:t>
            </a:r>
            <a:r>
              <a:rPr lang="en-US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remediation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begins hardening the environment...</a:t>
            </a: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039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6000">
        <p159:morph option="byObject"/>
      </p:transition>
    </mc:Choice>
    <mc:Fallback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D5DF-BE4C-5693-E4D6-6E0FB3CB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96B01BE-0A41-168A-ED76-93E134234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33AF2-9087-AB74-7B6A-54FB434F0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A35F2965-0C69-E248-8D70-710C2BDE097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Layer: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pod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read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RDS credential.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overly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permissive pod IAM role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unnecessary role.</a:t>
            </a:r>
            <a:endParaRPr lang="en-CA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76343-6FCE-7A6B-90CC-9261318EF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BBC87-DBF4-4F70-96DD-9AB60111A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380F7-2A70-7FE1-DEA3-EF59681DB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E4FCBA-10C7-73F0-6979-FBAD0FCD5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15F994-293D-B066-0393-EA93F11874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B697BE-5801-4974-06A4-1FA507ADBEAC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D437F7-1E99-79AC-C7F6-0F9B171387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3" r="6521" b="7201"/>
          <a:stretch>
            <a:fillRect/>
          </a:stretch>
        </p:blipFill>
        <p:spPr>
          <a:xfrm>
            <a:off x="408290" y="3133483"/>
            <a:ext cx="7643123" cy="355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39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6B10-5AC5-FBF0-3F06-6943A7BD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38DE267-0311-64E3-B1C5-747CD18DC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8CAB8-D2F4-0000-7694-4C5C61790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70F814E2-6E01-C13E-F6C8-9BAF8DB49AE6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Layer: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pod receives an unnecessary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identity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service account's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IRSA role annotation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annotation.</a:t>
            </a:r>
            <a:endParaRPr lang="en-CA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51FE1A-6F34-6BEF-2B67-434814610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ABEDF1-1C13-AD82-A430-6376CE4A0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116F1-3AB6-2452-820B-3C7AA9B0F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CBD457-158E-7EDE-8B54-2BAADDD19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3B59A6-F3E8-D240-8558-730AE72BA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2583F2-65ED-D5E3-29A3-9A306517E1D1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B3F203-9D17-B138-3DF9-50A22C385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" r="4355"/>
          <a:stretch>
            <a:fillRect/>
          </a:stretch>
        </p:blipFill>
        <p:spPr>
          <a:xfrm>
            <a:off x="390799" y="3109672"/>
            <a:ext cx="11410398" cy="205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08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5000">
        <p159:morph option="byObject"/>
      </p:transition>
    </mc:Choice>
    <mc:Fallback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47EC-539B-417E-00C2-F7157294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950C484-E1C7-7B6A-B46B-CB103538D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FC569-6057-CB9F-3A50-E02267D91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F1CD8918-C36A-BD0E-52D0-2CE5372D66B4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  Attack replay</a:t>
            </a:r>
            <a:r>
              <a:rPr lang="en-US" sz="2400" dirty="0"/>
              <a:t>: read cloud-wide secret</a:t>
            </a:r>
            <a:endParaRPr lang="en-US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IRSA environment variables are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absent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CA" sz="2400" dirty="0"/>
              <a:t>The replay script </a:t>
            </a:r>
            <a:r>
              <a:rPr lang="en-CA" sz="2400" dirty="0">
                <a:solidFill>
                  <a:srgbClr val="FFC000"/>
                </a:solidFill>
              </a:rPr>
              <a:t>cannot</a:t>
            </a:r>
            <a:r>
              <a:rPr lang="en-CA" sz="2400" dirty="0"/>
              <a:t> use the previous role-assumption path.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dirty="0"/>
          </a:p>
          <a:p>
            <a:pPr marL="0" indent="0">
              <a:buNone/>
            </a:pPr>
            <a:endParaRPr lang="en-CA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49D474-AD7C-28CD-19C9-02D70599F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C40860-71A3-0D40-64A2-DA1E1F2DF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E3009E-EA77-254B-D80B-7939815D6D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B151D3-7B49-6D1C-EAF3-049E0A4D9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A55CEF-B538-6019-F763-C26A6662D6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C479EE-0A77-1C55-1597-D73A4BD677BB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E5DB0B-EF2F-2865-233A-B6B1CE447C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25072"/>
          <a:stretch>
            <a:fillRect/>
          </a:stretch>
        </p:blipFill>
        <p:spPr>
          <a:xfrm>
            <a:off x="308472" y="3429000"/>
            <a:ext cx="11517768" cy="208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33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2C415-097D-00D5-36A9-B6758B39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ADA93EA-31F7-409C-AEDE-B09111FA3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D211E-7694-21B8-5C3A-6762CEF43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F8E6F78-645C-4AF7-A41E-1E059A2AB13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layer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Remove unnecessary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 permissions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Stop projecting the previous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IRSA identity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demonstrated cloud-secret access path.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restrict access inside the cluster…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B44FB-CBFD-7F1F-4CE9-2FD432EA7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90FA8-51A3-0D38-DCA4-58294595A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EE719A-7195-E6A2-3B81-1A88D596A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DA66C1-F36F-5812-76EF-47BFB47B7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55B189-9CD9-F5FB-FC27-CF37F31A6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B0701C-B3AE-FCCF-28F3-4D7600DD211C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AC4E7A-0717-0C43-842A-64C6B5646B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9FE1CE-299C-683E-A26F-077DD34B17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512064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93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8000">
        <p159:morph option="byObject"/>
      </p:transition>
    </mc:Choice>
    <mc:Fallback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9" presetClass="exit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DEF0C-9441-A156-91DF-4AEFE872A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02F520A-64E8-8CFD-7347-EBAED5F38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37748-A5EB-3F20-DFF9-67E1D3119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661CE339-E311-CC4F-60EF-9875B762485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Layer: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workload can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secrets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internal namespace.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Overly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broad RBAC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permissions.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Grant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the permissions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workload needs.</a:t>
            </a:r>
            <a:endParaRPr lang="en-CA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A997D5-2BF5-B951-0DBC-04A4BCA7AB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22415D-17B4-0F68-5FAF-0B972C461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B5A59E-4854-7CF1-6DE8-214510393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69148E-66C1-A3EA-A168-06A7886414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8B33-5C2D-BE0D-5A5F-861B05A9EC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28C51A-601E-53E9-BD67-3C873513E378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3EBE49-4A9E-AD83-1EEF-E53FF89013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" r="15207"/>
          <a:stretch>
            <a:fillRect/>
          </a:stretch>
        </p:blipFill>
        <p:spPr>
          <a:xfrm>
            <a:off x="284412" y="3170507"/>
            <a:ext cx="8112970" cy="3331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02D3AB-7143-2F64-C7E6-E1B7E3677B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65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5000">
        <p159:morph option="byObject"/>
      </p:transition>
    </mc:Choice>
    <mc:Fallback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5E28-12DA-6A05-AA21-EB3B6BD5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F07C11A-3064-92DE-C66D-99FD79B6F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47A04-7444-940E-0ED9-3CF69DD8C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28EEC22B-13AD-F2B2-49E1-712DE0D2668C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CA" sz="2400" b="1" dirty="0"/>
              <a:t>Attack replay</a:t>
            </a:r>
            <a:r>
              <a:rPr lang="en-CA" sz="2400" dirty="0"/>
              <a:t>: read cluster-wide secret</a:t>
            </a:r>
          </a:p>
          <a:p>
            <a:pPr marL="0" indent="0">
              <a:buNone/>
            </a:pPr>
            <a:r>
              <a:rPr lang="en-CA" sz="2400" dirty="0"/>
              <a:t>      - The cluster-wide secret request returns </a:t>
            </a:r>
            <a:r>
              <a:rPr lang="en-CA" sz="2400" dirty="0">
                <a:solidFill>
                  <a:srgbClr val="FFC000"/>
                </a:solidFill>
              </a:rPr>
              <a:t>403 Forbidden</a:t>
            </a:r>
            <a:r>
              <a:rPr lang="en-CA" sz="2400" dirty="0"/>
              <a:t>.</a:t>
            </a:r>
          </a:p>
          <a:p>
            <a:pPr marL="0" indent="0">
              <a:buNone/>
            </a:pPr>
            <a:r>
              <a:rPr lang="en-CA" sz="2400" dirty="0"/>
              <a:t>      - RBAC checks </a:t>
            </a:r>
            <a:r>
              <a:rPr lang="en-CA" sz="2400" dirty="0">
                <a:solidFill>
                  <a:srgbClr val="FFC000"/>
                </a:solidFill>
              </a:rPr>
              <a:t>deny</a:t>
            </a:r>
            <a:r>
              <a:rPr lang="en-CA" sz="2400" dirty="0"/>
              <a:t> cluster-wide secret reads.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4DBB7B-BD96-5183-7F8C-4E67F789F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4A8976-7E17-FFB4-442B-F4EF6B398A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AA0909-2FEB-CD3B-E29B-2A8D5A5B8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FCFDFE-32FC-30BB-E0D0-0AE53C37EF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8716D6-570D-F238-EE63-7635690B1C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00BA1A-A5B1-0219-4423-38C57F1093D7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BDF52E-45E6-B44F-2BAF-02AD50BEF9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BAA501-9D58-C7E7-68CD-C2E4656B12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93" r="3453" b="4058"/>
          <a:stretch>
            <a:fillRect/>
          </a:stretch>
        </p:blipFill>
        <p:spPr>
          <a:xfrm>
            <a:off x="365760" y="2682957"/>
            <a:ext cx="10017760" cy="392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71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2000">
        <p159:morph option="byObjec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95E0-88FA-7431-365E-024DB3E1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B311AC2-5E95-2DEC-68A9-D46DBFA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DCCC8-09DA-C7C4-03BB-BB9434EE9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BA15C9D-59E5-FE82-29D2-E194695E2D60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Layer: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compromised app can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internal API data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isolation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</a:t>
            </a:r>
            <a:r>
              <a:rPr lang="en-US" sz="2400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NetworkPolicies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allow only intended callers.</a:t>
            </a:r>
            <a:endParaRPr lang="en-CA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796BA8-9189-1426-C236-CEB4E9EDB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420C64-A04B-69B6-E129-B2C801544B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647AE9-A74B-E168-29D5-D26646B72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2F97AA-6E85-44A6-83E5-4BF90AB47C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6C152-5D75-9CBA-3AE5-1C7C34913B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8C7649-0619-0F6A-CD90-9120898593AF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89AF18-421F-3D24-B00E-BFCD09B7AD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3" b="8133"/>
          <a:stretch/>
        </p:blipFill>
        <p:spPr>
          <a:xfrm>
            <a:off x="284412" y="3170507"/>
            <a:ext cx="8112970" cy="3331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CD1EE-46DE-F914-FC2B-8E30F46389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66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9CB0-2E60-902E-F80B-AE59BEF6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2329EFE-78E1-50FD-93C3-52A1F1083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9E431-DE41-E41E-DAFD-B58D2A03C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0388D87D-8730-1B10-90CF-5919058385F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C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replay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read Internal API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compromised app's request to the internal API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 out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8EC89E-C9F4-0A08-79E0-528F5EC42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DE3EEE-A6C0-6FDE-1CA3-D108B00948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B05289-4ED6-AEFD-0B0A-78AFA22768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42001B-3211-F8BB-45B6-5517D76653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BEB8CF-8FA6-E360-7C92-953D9B237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350FC9-EF99-F780-0A7F-BE7FF72E969F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795787-2811-EE81-5E35-1BB1E45207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FE73C6-A4F8-785B-960B-3F17D069DE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2193918"/>
            <a:ext cx="11610966" cy="28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2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CA7FE-0CAB-06B2-4880-F44CE40A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9A0262F-0B85-EC85-492B-9B47A68D3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BE984-5D4A-B192-FD45-C42CE2D3B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7CF817C-CEA7-1C27-62F4-90DCB90CA052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/>
              <a:t>Cluster layer</a:t>
            </a:r>
          </a:p>
          <a:p>
            <a:pPr marL="0" indent="0">
              <a:buNone/>
            </a:pPr>
            <a:r>
              <a:rPr lang="en-US" sz="2400" dirty="0"/>
              <a:t>      - Cluster-wide secret listing is </a:t>
            </a:r>
            <a:r>
              <a:rPr lang="en-US" sz="2400" dirty="0">
                <a:solidFill>
                  <a:srgbClr val="FFC000"/>
                </a:solidFill>
              </a:rPr>
              <a:t>forbidden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      - The internal API request </a:t>
            </a:r>
            <a:r>
              <a:rPr lang="en-US" sz="2400" dirty="0">
                <a:solidFill>
                  <a:srgbClr val="FFC000"/>
                </a:solidFill>
              </a:rPr>
              <a:t>times out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harden the container itself…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1BCB0-15B3-723D-E564-13361E458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534C46-7A82-6DC5-0A90-E6109E08E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78A0BB-B45F-04B9-13DD-ABE8D2282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9C6B0B-F46C-771C-7C2E-8B3EFF99A7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05E12A-A8F6-164A-CB92-339D3C4213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890D57-C445-99C9-3561-565E9CEA14DF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96467F-10A9-A4BF-5848-442F045B45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20B981-5A6B-07BC-1673-C16518BC59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34C78B-C1F2-FAA7-60B4-48B6F436C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88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20000">
        <p159:morph option="byObject"/>
      </p:transition>
    </mc:Choice>
    <mc:Fallback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9" presetClass="exit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D779-281F-14FB-A684-45DE4999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127383D-35A5-DAED-2324-B3D53CEFF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D28C4-DFB7-0635-9B77-6EBB830E3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56493DAE-F6EA-5721-9870-DE937B67C060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Issue: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execution, unrestricted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privilege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escalation, and a readable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Kubernetes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security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controls.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Apply a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restrictive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context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disable automatic token mounting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F80AA0-C6AA-7E69-5A0C-81F01F802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BF5A56-2F15-7A72-8822-77D89F8B9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CA459C-6B5E-AF16-2AD5-3905D45F1C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B2F10A-1CCB-27EB-8FC7-694C48557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577B65-A90C-B1DF-C87F-59EA92FE75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8188F7-EFE8-C185-F970-ED0A08BED4B1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F7E839-E76B-38D0-2B14-A384CC6CCF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971130-1A33-6CDF-174F-5DDCDE2A00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44CAD4-BE2A-4631-04DB-C18A62196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5" r="14842"/>
          <a:stretch>
            <a:fillRect/>
          </a:stretch>
        </p:blipFill>
        <p:spPr>
          <a:xfrm>
            <a:off x="365760" y="3735422"/>
            <a:ext cx="4175760" cy="27890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AA9408-F659-E0C4-99C1-7BB2D5E700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95"/>
          <a:stretch>
            <a:fillRect/>
          </a:stretch>
        </p:blipFill>
        <p:spPr>
          <a:xfrm>
            <a:off x="5090784" y="3735422"/>
            <a:ext cx="6618860" cy="278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487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8000">
        <p159:morph option="byObject"/>
      </p:transition>
    </mc:Choice>
    <mc:Fallback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25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79DD-6D9B-BAF4-D550-941B98F3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83BD48D-C740-DB6E-264B-7EC9BE024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BC9E7-4C64-8150-FA38-1C0D16860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A7DB90B4-EA1B-A4EE-1445-71C254DC567D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Replay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security context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standard Kubernetes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account token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absent.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Commands run as a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non-root user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root filesystem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9D05BB-A760-C9F6-C5B2-5C4FEA13D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4BA69-55B7-A44B-10AD-3DA6CFD45E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8911DA-329A-F78B-59AC-7447209E16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0830E5-8BA6-9324-7C6A-809D3CD3F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0D3C80-87D1-9D54-60AC-2071A3CCA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07249C-F79B-4942-FB87-E291D82D2B18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6931A5-1F23-13D9-FA79-09EFD9B9A2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9A37CC-2949-5A4D-2637-158CF752C8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A8E994-1734-4FD2-FD01-DBF774B613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25" y="2779075"/>
            <a:ext cx="11607146" cy="38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85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6000">
        <p159:morph option="byObject"/>
      </p:transition>
    </mc:Choice>
    <mc:Fallback>
      <p:transition spd="slow" advClick="0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DBF71-7ACB-A7CE-C831-1F830DD8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D2DA96B-71CD-4D02-BB33-5B11C069D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3390C-E843-1507-3F81-C4B14A652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A32CA341-D85B-D6D0-ED6B-4571A9924C93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Issue: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Noncompliant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pods can still be created.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admission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enforcement.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Enforce the Restricted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Security Standard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F5F015-BACD-F096-11C9-A5E3920AF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078CF-224A-F2A7-E00F-07214DBA2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9EAC6-C01D-B926-279C-1EEE6D6FD4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C3FB1D-BE02-294C-DDA6-D1280CF662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3D9ED7-59FE-4908-7927-7E8138AE8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9F313D-A78E-90F3-7929-94C6A5FD8A42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1B195F-D496-EE1D-DC44-1040CF7062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11EF08-2B52-DF8D-9F42-ADE6731626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DA14F3-7243-8A50-C275-DC6D2902C1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3082882"/>
            <a:ext cx="9272328" cy="34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13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5000">
        <p159:morph option="byObject"/>
      </p:transition>
    </mc:Choice>
    <mc:Fallback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1B54-52B9-DF92-3A18-A61F13BF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915F4B1-1E4E-1B55-BF18-6A5BAEF0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7421E-9C13-7C24-A83E-6D5ABC1EB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E4F1C407-8B47-4295-7348-659A9793891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Pod Security Standard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Namespace admission controls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noncompliant pod.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499D63-23DA-AD2E-FECF-262346AD57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212621-B1C9-6B67-A58F-40E6D4A72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700FE5-48C6-89CD-A39D-3C014AAB9E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FF5D7-3065-E53E-53EA-6A14E22688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8F48C6-F76D-0FC7-3C8F-3EB9650F32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5D447B-10BC-3E54-1119-9600D4164B95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C49CB8-34A3-52EC-186C-7D3E7EE433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52B6ED-C800-2E1F-F648-9697275E11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B05AB-EE65-360A-0433-69C2EBA4FE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5" y="3025730"/>
            <a:ext cx="11983066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27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1000">
        <p159:morph option="byObject"/>
      </p:transition>
    </mc:Choice>
    <mc:Fallback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4BAC-7D3C-70B7-98B1-AE8A74D9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CD44489-CE1B-92A2-3595-1D2715CD2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3278F-8E57-8F6B-FC05-E8CA5184F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638BA86A-ECCB-97D5-33B7-E3984019FDD9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 layer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No automatically mounted Kubernetes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Restrictive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context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Admission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rejects noncompliant pods.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patch the vulnerable application…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D286C-2899-A28E-8DA1-D36A89F33F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B137F7-7320-7CB4-5317-27DAEFCD3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F0512-F693-9C35-3AEE-B6601E6438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035970-AF2B-911C-ABDE-8085225C92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5E5566-9544-9D1E-4B77-2A49B572F5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07521E-A87B-4322-C958-5EA64F0D2F60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2EEC3F-713A-B58D-73D6-F285CAB1B1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9130AA-E143-8E1E-7822-4EF66A28A2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F6C358-8974-E7BE-B3D2-B38D9026AA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932" y="457200"/>
            <a:ext cx="274320" cy="274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2F2D68-8D34-08B0-5930-68B0CB88A4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70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21000">
        <p159:morph option="byObject"/>
      </p:transition>
    </mc:Choice>
    <mc:Fallback>
      <p:transition spd="slow" advClick="0" advTm="2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9" presetClass="exit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1FCC-ECC6-C191-8F2A-9ADDAB99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EE70652-4B3D-F88B-3CAB-1AD00B9D1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252A5-D58B-67D3-7B0D-D359BC283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FE3480AF-96B7-A780-20BE-1C9B531FB2F4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Layer: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application permits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code execution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dependencies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affected by React2Shell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Fix: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vulnerable framework and dependencies.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868E9-7306-1DF3-F0A2-02AA0EDD5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15E715-170D-0955-559D-D680D2A28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B085A9-9368-7E45-2E65-E8094FE2B3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ACA2F3-007F-0A53-82C4-7F174B707C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8E7345-C36F-2FC5-FEBA-EFA4FB1AEC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DD5AD0-0FBB-71DA-BAA4-3B3457E7EE7B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7AC64D-2010-79A5-8C7F-2B49DD934D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026230-86B9-DEDC-7A17-B7EBE42FFD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EF9DEF-8A41-30E9-8697-457FDD707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932" y="457200"/>
            <a:ext cx="274320" cy="274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CB40E5-0833-9DA8-6278-FADEE6E834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1" b="64081"/>
          <a:stretch>
            <a:fillRect/>
          </a:stretch>
        </p:blipFill>
        <p:spPr>
          <a:xfrm>
            <a:off x="188297" y="3119583"/>
            <a:ext cx="11857213" cy="267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56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7A6B-4266-160C-4344-98E1943E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80B0C2E-0F53-40E6-BA1C-52B4D19B3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3A402-5904-966F-880E-A165516C3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2EBA1228-B1F6-24BD-8D94-0C7888C2BEFE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Layer: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Issue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image runs as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includes unnecessary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tooling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Cause: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 and runtime share the same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 a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multistage build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minimal </a:t>
            </a:r>
            <a:r>
              <a:rPr lang="en-US" sz="2400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distroless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runtime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non-root user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69817-0CBE-68F3-ED76-7C9639FD1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0FB7CD-9FFE-961E-7562-DB731F13E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7062B-E215-D7D1-C8DA-5DE76DBB9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AA2FC0-05DB-703A-CC45-91AB898A61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62579F-27A3-E91F-529F-E0DD30834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902F67-39F4-1E84-8D08-C88BBFB6A4C5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3C5B2F-1D0F-32C3-44B2-019055AAE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1FA38E-7EA5-6FE0-DBA6-E7511DA559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0AF3FD-F7F8-DDF2-01D9-1727DD6AA7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932" y="457200"/>
            <a:ext cx="274320" cy="274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D6FC80-E605-EECD-2DB9-0C3BD35477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5"/>
          <a:stretch>
            <a:fillRect/>
          </a:stretch>
        </p:blipFill>
        <p:spPr>
          <a:xfrm>
            <a:off x="365760" y="2854712"/>
            <a:ext cx="7752080" cy="394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53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5000">
        <p159:morph option="byObject"/>
      </p:transition>
    </mc:Choice>
    <mc:Fallback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4764-FFB2-D69F-8564-BDB9CF48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820DE78-7D2E-CA80-F6B2-3D47A318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82FAA-4EB9-74AE-B502-56A2B918F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475030C-2238-C29C-E1FD-55AD9EC6B20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Attack Replay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remote code execution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The exploit request returns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 404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9F1A0-A7BA-A945-F18F-EF3BC4518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7EB00F-EFE7-646A-F0B9-365C5F43F4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40C160-FFA3-ADFF-94AF-947BCC46AF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93ABEC-CDE8-9154-E781-394405FDB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98634A-B199-49AF-9A11-089FAC33CB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775086-6B00-C8EC-5AE7-E92294063C7D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B5ED38-C740-26B6-498E-46FC6C3F8D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4B3563-B36F-A074-EE0D-9E4B2F7895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67421E-724F-3B44-26E8-FC0C68B074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932" y="457200"/>
            <a:ext cx="274320" cy="274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A65D06-315A-2073-EEFA-E1A48694E2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52" r="34556"/>
          <a:stretch>
            <a:fillRect/>
          </a:stretch>
        </p:blipFill>
        <p:spPr>
          <a:xfrm>
            <a:off x="191329" y="2158998"/>
            <a:ext cx="11675551" cy="168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694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1000">
        <p159:morph option="byObject"/>
      </p:transition>
    </mc:Choice>
    <mc:Fallback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107A-0070-9B00-D2E9-A02F2751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BDAA2AB-62C8-AB7C-B3BC-A8279897E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6095998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CA" sz="1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B29FD7-6CDA-46C8-2F31-22A550531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C80C8BDB-1AE6-F8A7-E1CD-0F8948DD3459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Code layer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Patch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vulnerable application dependencies.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Harden the production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41067F-3FCC-4E6A-5176-D2C4BABBF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285CFB-21CC-D87A-27C3-CCCB8E7EA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64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BAD5B0-144A-590E-214A-2621A1CE11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49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3688BE-3725-A177-6F2D-2F8960A1AE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897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95DB72-A3A0-BF55-AC9C-8A378A926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0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BD39B4-280A-5AA9-61CC-CE13F8781CBB}"/>
              </a:ext>
            </a:extLst>
          </p:cNvPr>
          <p:cNvSpPr txBox="1"/>
          <p:nvPr/>
        </p:nvSpPr>
        <p:spPr>
          <a:xfrm>
            <a:off x="6095999" y="0"/>
            <a:ext cx="60960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lvl="5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cluster container code     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Specialist</a:t>
            </a:r>
            <a:endParaRPr lang="en-CA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D7CEA2-84A2-02D5-18A1-090A013264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58" y="457200"/>
            <a:ext cx="274320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CE4EB0-8CD4-5979-5BBB-CBDDC08E2E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37" y="457200"/>
            <a:ext cx="274320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ADD581-B99C-08BC-0B71-CDBD837988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932" y="457200"/>
            <a:ext cx="274320" cy="274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AACE60-8FE1-312E-0EB5-F1FF133211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36" y="457200"/>
            <a:ext cx="274320" cy="274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D96839-11C9-A24D-89EE-7F0C44B85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9109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47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6000">
        <p159:morph option="byObject"/>
      </p:transition>
    </mc:Choice>
    <mc:Fallback>
      <p:transition spd="slow" advClick="0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9" presetClass="exit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3A9AF-DFCE-DA82-2EEA-8C271CAF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DA50-B220-92CB-1B59-81121C1C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Hardening - Cloud Layer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0E3FC0EE-28D1-13FD-245F-05B4B07A74B8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1255C7-ACAE-E0E7-4D85-B86ABA605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5" y="1026292"/>
            <a:ext cx="9940122" cy="559753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A84040-3CF9-8B56-B68C-B6053AD4729E}"/>
              </a:ext>
            </a:extLst>
          </p:cNvPr>
          <p:cNvSpPr/>
          <p:nvPr/>
        </p:nvSpPr>
        <p:spPr>
          <a:xfrm>
            <a:off x="4527395" y="4427034"/>
            <a:ext cx="5163015" cy="72482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5343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7912-C4CE-E655-B393-3517075F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35E8-3032-DDD0-C013-F5FC4FB3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Hardening - Cluster Layer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339C797-ED2E-ADDC-A255-AA779CE4C9C9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95E16-C8E3-FF13-2D5B-17155959E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5" y="1026292"/>
            <a:ext cx="9940122" cy="559753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4382BE-53ED-3387-07CC-997D552AB5BB}"/>
              </a:ext>
            </a:extLst>
          </p:cNvPr>
          <p:cNvSpPr/>
          <p:nvPr/>
        </p:nvSpPr>
        <p:spPr>
          <a:xfrm>
            <a:off x="4516244" y="2430967"/>
            <a:ext cx="5163015" cy="12823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2096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C6A0-2423-312E-9436-7112B73B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82AD-42B5-554C-4AEA-17DF35D8D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Hardening - Container Layer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7D4166A-C3E7-DAAC-2699-BEF3605EFCD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767ACB-A5F4-FC11-F157-21029E77C5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5" y="1026292"/>
            <a:ext cx="9940122" cy="559753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6B4BF3-AAD6-E1D2-CC33-D769B8958A9E}"/>
              </a:ext>
            </a:extLst>
          </p:cNvPr>
          <p:cNvSpPr/>
          <p:nvPr/>
        </p:nvSpPr>
        <p:spPr>
          <a:xfrm>
            <a:off x="2352908" y="2888166"/>
            <a:ext cx="1750741" cy="9924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1470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9D86-C7F1-72A1-57C2-D76AC724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D74B-F8CE-6C3B-899B-6ED5BFB7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Hardening - Code Layer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99AC69C-9922-883C-868D-A1640CC5F40E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8E742C-1320-9834-451A-729BC46A5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5" y="1026292"/>
            <a:ext cx="9940122" cy="559753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4CA558-73DB-7A8B-F751-CD3019F663C5}"/>
              </a:ext>
            </a:extLst>
          </p:cNvPr>
          <p:cNvSpPr/>
          <p:nvPr/>
        </p:nvSpPr>
        <p:spPr>
          <a:xfrm>
            <a:off x="390294" y="2902662"/>
            <a:ext cx="1661531" cy="9924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8887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04F2-84E1-038B-A36F-333664DD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486F-1461-D4B6-E55E-DAE277D5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Hardening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02AEECF8-C262-AFA0-3F95-F1C9F5103851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80DF60-FDCE-8A2B-43B7-B6A0D0DD1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578773"/>
              </p:ext>
            </p:extLst>
          </p:nvPr>
        </p:nvGraphicFramePr>
        <p:xfrm>
          <a:off x="202397" y="1375878"/>
          <a:ext cx="11787205" cy="42471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37915">
                  <a:extLst>
                    <a:ext uri="{9D8B030D-6E8A-4147-A177-3AD203B41FA5}">
                      <a16:colId xmlns:a16="http://schemas.microsoft.com/office/drawing/2014/main" val="2354187931"/>
                    </a:ext>
                  </a:extLst>
                </a:gridCol>
                <a:gridCol w="4335564">
                  <a:extLst>
                    <a:ext uri="{9D8B030D-6E8A-4147-A177-3AD203B41FA5}">
                      <a16:colId xmlns:a16="http://schemas.microsoft.com/office/drawing/2014/main" val="2972417762"/>
                    </a:ext>
                  </a:extLst>
                </a:gridCol>
                <a:gridCol w="5713726">
                  <a:extLst>
                    <a:ext uri="{9D8B030D-6E8A-4147-A177-3AD203B41FA5}">
                      <a16:colId xmlns:a16="http://schemas.microsoft.com/office/drawing/2014/main" val="3338789427"/>
                    </a:ext>
                  </a:extLst>
                </a:gridCol>
              </a:tblGrid>
              <a:tr h="5895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1" kern="1200" dirty="0">
                          <a:solidFill>
                            <a:schemeClr val="lt1"/>
                          </a:solidFill>
                          <a:effectLst/>
                        </a:rPr>
                        <a:t>Layer</a:t>
                      </a:r>
                      <a:endParaRPr lang="en-CA" sz="28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b="1" kern="1200" dirty="0">
                          <a:solidFill>
                            <a:schemeClr val="lt1"/>
                          </a:solidFill>
                          <a:effectLst/>
                        </a:rPr>
                        <a:t>Control</a:t>
                      </a:r>
                      <a:endParaRPr lang="en-CA" sz="28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b="1" kern="1200" dirty="0">
                          <a:solidFill>
                            <a:schemeClr val="lt1"/>
                          </a:solidFill>
                          <a:effectLst/>
                        </a:rPr>
                        <a:t>Recorded result   </a:t>
                      </a:r>
                      <a:r>
                        <a:rPr lang="en-CA" sz="2400" b="0" kern="1200" dirty="0">
                          <a:solidFill>
                            <a:schemeClr val="lt1"/>
                          </a:solidFill>
                          <a:effectLst/>
                        </a:rPr>
                        <a:t> 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148294"/>
                  </a:ext>
                </a:extLst>
              </a:tr>
              <a:tr h="577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Cloud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Remove unnecessary IRSA access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Previous script cannot assume the role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63667"/>
                  </a:ext>
                </a:extLst>
              </a:tr>
              <a:tr h="484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Cluster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RBAC and network isolation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Secret request forbidden; </a:t>
                      </a:r>
                    </a:p>
                    <a:p>
                      <a:r>
                        <a:rPr lang="en-US" sz="2400" dirty="0"/>
                        <a:t>internal API times out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623006"/>
                  </a:ext>
                </a:extLst>
              </a:tr>
              <a:tr h="976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Container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Runtime and admission controls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Non-root execution; </a:t>
                      </a:r>
                    </a:p>
                    <a:p>
                      <a:r>
                        <a:rPr lang="en-US" sz="2400" dirty="0"/>
                        <a:t>token absent; </a:t>
                      </a:r>
                    </a:p>
                    <a:p>
                      <a:r>
                        <a:rPr lang="en-US" sz="2400" dirty="0"/>
                        <a:t>root filesystem read-only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2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Code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Dependency patch and hardened image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Recorded exploit returns no command output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079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4050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0CEB-0715-477F-9453-244E682B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B5BF-F2FC-3410-5554-0460F7CE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Comes Next?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48B7B1CC-2FC2-00B7-6867-E699AD40E52A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1A859-11F6-FFF0-CD48-0762F6016477}"/>
              </a:ext>
            </a:extLst>
          </p:cNvPr>
          <p:cNvSpPr txBox="1"/>
          <p:nvPr/>
        </p:nvSpPr>
        <p:spPr>
          <a:xfrm>
            <a:off x="0" y="1188720"/>
            <a:ext cx="12191999" cy="56692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controls are in place.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we 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future changes secure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continued: Integrate security practice in 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CI/CD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Runtime 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</a:t>
            </a:r>
            <a:endParaRPr lang="en-CA" sz="2800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139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5000">
        <p159:morph option="byObject"/>
      </p:transition>
    </mc:Choice>
    <mc:Fallback>
      <p:transition spd="slow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2204</TotalTime>
  <Words>1391</Words>
  <Application>Microsoft Office PowerPoint</Application>
  <PresentationFormat>Widescreen</PresentationFormat>
  <Paragraphs>197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React2Shell on Amazon EKS</vt:lpstr>
      <vt:lpstr>A Security Specialist's 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Hardening - Cloud Layer</vt:lpstr>
      <vt:lpstr>Hardening - Cluster Layer</vt:lpstr>
      <vt:lpstr>Hardening - Container Layer</vt:lpstr>
      <vt:lpstr>Hardening - Code Layer</vt:lpstr>
      <vt:lpstr>Hardening Summary</vt:lpstr>
      <vt:lpstr>What Comes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Fong</dc:creator>
  <cp:lastModifiedBy>Simon Fong</cp:lastModifiedBy>
  <cp:revision>1</cp:revision>
  <dcterms:created xsi:type="dcterms:W3CDTF">2026-08-28T02:42:08Z</dcterms:created>
  <dcterms:modified xsi:type="dcterms:W3CDTF">2026-10-23T00:28:32Z</dcterms:modified>
</cp:coreProperties>
</file>