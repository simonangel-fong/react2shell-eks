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9" r:id="rId1"/>
  </p:sldMasterIdLst>
  <p:notesMasterIdLst>
    <p:notesMasterId r:id="rId28"/>
  </p:notesMasterIdLst>
  <p:sldIdLst>
    <p:sldId id="256" r:id="rId2"/>
    <p:sldId id="354" r:id="rId3"/>
    <p:sldId id="351" r:id="rId4"/>
    <p:sldId id="355" r:id="rId5"/>
    <p:sldId id="358" r:id="rId6"/>
    <p:sldId id="357" r:id="rId7"/>
    <p:sldId id="359" r:id="rId8"/>
    <p:sldId id="360" r:id="rId9"/>
    <p:sldId id="361" r:id="rId10"/>
    <p:sldId id="362" r:id="rId11"/>
    <p:sldId id="363" r:id="rId12"/>
    <p:sldId id="365" r:id="rId13"/>
    <p:sldId id="364" r:id="rId14"/>
    <p:sldId id="366" r:id="rId15"/>
    <p:sldId id="367" r:id="rId16"/>
    <p:sldId id="368" r:id="rId17"/>
    <p:sldId id="369" r:id="rId18"/>
    <p:sldId id="370" r:id="rId19"/>
    <p:sldId id="371" r:id="rId20"/>
    <p:sldId id="372" r:id="rId21"/>
    <p:sldId id="373" r:id="rId22"/>
    <p:sldId id="376" r:id="rId23"/>
    <p:sldId id="377" r:id="rId24"/>
    <p:sldId id="378" r:id="rId25"/>
    <p:sldId id="375" r:id="rId26"/>
    <p:sldId id="374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74A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C14204D-38C5-4D77-BC32-C46FB8046D77}" v="601" dt="2026-10-23T20:30:04.99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0158" autoAdjust="0"/>
  </p:normalViewPr>
  <p:slideViewPr>
    <p:cSldViewPr snapToGrid="0">
      <p:cViewPr varScale="1">
        <p:scale>
          <a:sx n="63" d="100"/>
          <a:sy n="63" d="100"/>
        </p:scale>
        <p:origin x="708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mon Fong" userId="0989948daaec8292" providerId="LiveId" clId="{F12E0490-60F3-4147-9D04-93D87D41D5A0}"/>
    <pc:docChg chg="undo redo custSel addSld delSld modSld sldOrd modMainMaster">
      <pc:chgData name="Simon Fong" userId="0989948daaec8292" providerId="LiveId" clId="{F12E0490-60F3-4147-9D04-93D87D41D5A0}" dt="2026-10-23T20:30:05.017" v="15586" actId="27636"/>
      <pc:docMkLst>
        <pc:docMk/>
      </pc:docMkLst>
      <pc:sldChg chg="addSp delSp modSp new mod modTransition setBg modClrScheme addAnim delAnim modAnim setClrOvrMap delDesignElem chgLayout">
        <pc:chgData name="Simon Fong" userId="0989948daaec8292" providerId="LiveId" clId="{F12E0490-60F3-4147-9D04-93D87D41D5A0}" dt="2026-10-23T20:30:05.017" v="15586" actId="27636"/>
        <pc:sldMkLst>
          <pc:docMk/>
          <pc:sldMk cId="500054961" sldId="256"/>
        </pc:sldMkLst>
        <pc:spChg chg="mod">
          <ac:chgData name="Simon Fong" userId="0989948daaec8292" providerId="LiveId" clId="{F12E0490-60F3-4147-9D04-93D87D41D5A0}" dt="2026-10-20T22:34:54.386" v="4425"/>
          <ac:spMkLst>
            <pc:docMk/>
            <pc:sldMk cId="500054961" sldId="256"/>
            <ac:spMk id="22" creationId="{0B66FF80-661C-B63A-31A9-41C8E14A7664}"/>
          </ac:spMkLst>
        </pc:spChg>
        <pc:spChg chg="mod">
          <ac:chgData name="Simon Fong" userId="0989948daaec8292" providerId="LiveId" clId="{F12E0490-60F3-4147-9D04-93D87D41D5A0}" dt="2026-10-23T20:30:05.017" v="15586" actId="27636"/>
          <ac:spMkLst>
            <pc:docMk/>
            <pc:sldMk cId="500054961" sldId="256"/>
            <ac:spMk id="24" creationId="{FFB20242-D968-BFEB-4CC4-53D1AD03BDE0}"/>
          </ac:spMkLst>
        </pc:spChg>
        <pc:picChg chg="add mod ord">
          <ac:chgData name="Simon Fong" userId="0989948daaec8292" providerId="LiveId" clId="{F12E0490-60F3-4147-9D04-93D87D41D5A0}" dt="2026-10-20T22:34:34.354" v="4422" actId="14826"/>
          <ac:picMkLst>
            <pc:docMk/>
            <pc:sldMk cId="500054961" sldId="256"/>
            <ac:picMk id="32" creationId="{7158F0ED-9F1D-EFEC-3544-41B5BB8F4EAA}"/>
          </ac:picMkLst>
        </pc:picChg>
      </pc:sldChg>
      <pc:sldChg chg="addSp delSp modSp add del mod modTransition setBg addAnim delAnim modAnim modNotesTx">
        <pc:chgData name="Simon Fong" userId="0989948daaec8292" providerId="LiveId" clId="{F12E0490-60F3-4147-9D04-93D87D41D5A0}" dt="2026-10-22T20:46:38.064" v="13175" actId="2696"/>
        <pc:sldMkLst>
          <pc:docMk/>
          <pc:sldMk cId="1681895122" sldId="331"/>
        </pc:sldMkLst>
        <pc:spChg chg="mod">
          <ac:chgData name="Simon Fong" userId="0989948daaec8292" providerId="LiveId" clId="{F12E0490-60F3-4147-9D04-93D87D41D5A0}" dt="2026-10-22T00:07:27.532" v="12010" actId="6549"/>
          <ac:spMkLst>
            <pc:docMk/>
            <pc:sldMk cId="1681895122" sldId="331"/>
            <ac:spMk id="5" creationId="{9C661C2C-42CF-042C-526F-FF6ADD970227}"/>
          </ac:spMkLst>
        </pc:spChg>
        <pc:picChg chg="add mod modCrop">
          <ac:chgData name="Simon Fong" userId="0989948daaec8292" providerId="LiveId" clId="{F12E0490-60F3-4147-9D04-93D87D41D5A0}" dt="2026-10-22T00:07:35.488" v="12011" actId="1076"/>
          <ac:picMkLst>
            <pc:docMk/>
            <pc:sldMk cId="1681895122" sldId="331"/>
            <ac:picMk id="3" creationId="{A491A172-9A90-EBDF-B11F-89FF70985453}"/>
          </ac:picMkLst>
        </pc:picChg>
      </pc:sldChg>
      <pc:sldChg chg="addSp delSp modSp add del mod ord modTransition addAnim delAnim modAnim">
        <pc:chgData name="Simon Fong" userId="0989948daaec8292" providerId="LiveId" clId="{F12E0490-60F3-4147-9D04-93D87D41D5A0}" dt="2026-10-22T22:26:20.166" v="14642" actId="207"/>
        <pc:sldMkLst>
          <pc:docMk/>
          <pc:sldMk cId="531339455" sldId="351"/>
        </pc:sldMkLst>
        <pc:spChg chg="mod">
          <ac:chgData name="Simon Fong" userId="0989948daaec8292" providerId="LiveId" clId="{F12E0490-60F3-4147-9D04-93D87D41D5A0}" dt="2026-10-22T22:26:20.166" v="14642" actId="207"/>
          <ac:spMkLst>
            <pc:docMk/>
            <pc:sldMk cId="531339455" sldId="351"/>
            <ac:spMk id="5" creationId="{A35F2965-0C69-E248-8D70-710C2BDE0975}"/>
          </ac:spMkLst>
        </pc:spChg>
        <pc:spChg chg="add mod">
          <ac:chgData name="Simon Fong" userId="0989948daaec8292" providerId="LiveId" clId="{F12E0490-60F3-4147-9D04-93D87D41D5A0}" dt="2026-10-22T20:53:06.720" v="13314" actId="20577"/>
          <ac:spMkLst>
            <pc:docMk/>
            <pc:sldMk cId="531339455" sldId="351"/>
            <ac:spMk id="10" creationId="{7CB697BE-5801-4974-06A4-1FA507ADBEAC}"/>
          </ac:spMkLst>
        </pc:spChg>
        <pc:spChg chg="mod">
          <ac:chgData name="Simon Fong" userId="0989948daaec8292" providerId="LiveId" clId="{F12E0490-60F3-4147-9D04-93D87D41D5A0}" dt="2026-10-22T20:53:25.187" v="13317" actId="255"/>
          <ac:spMkLst>
            <pc:docMk/>
            <pc:sldMk cId="531339455" sldId="351"/>
            <ac:spMk id="21" creationId="{796B01BE-0A41-168A-ED76-93E134234257}"/>
          </ac:spMkLst>
        </pc:spChg>
        <pc:picChg chg="add mod">
          <ac:chgData name="Simon Fong" userId="0989948daaec8292" providerId="LiveId" clId="{F12E0490-60F3-4147-9D04-93D87D41D5A0}" dt="2026-10-22T20:54:09.777" v="13430" actId="1037"/>
          <ac:picMkLst>
            <pc:docMk/>
            <pc:sldMk cId="531339455" sldId="351"/>
            <ac:picMk id="2" creationId="{ADE4FCBA-10C7-73F0-6979-FBAD0FCD5338}"/>
          </ac:picMkLst>
        </pc:picChg>
        <pc:picChg chg="mod">
          <ac:chgData name="Simon Fong" userId="0989948daaec8292" providerId="LiveId" clId="{F12E0490-60F3-4147-9D04-93D87D41D5A0}" dt="2026-10-22T20:53:45.897" v="13332" actId="1037"/>
          <ac:picMkLst>
            <pc:docMk/>
            <pc:sldMk cId="531339455" sldId="351"/>
            <ac:picMk id="3" creationId="{7E876343-6FCE-7A6B-90CC-9261318EFF4B}"/>
          </ac:picMkLst>
        </pc:picChg>
        <pc:picChg chg="mod">
          <ac:chgData name="Simon Fong" userId="0989948daaec8292" providerId="LiveId" clId="{F12E0490-60F3-4147-9D04-93D87D41D5A0}" dt="2026-10-22T20:54:04.655" v="13401" actId="1038"/>
          <ac:picMkLst>
            <pc:docMk/>
            <pc:sldMk cId="531339455" sldId="351"/>
            <ac:picMk id="7" creationId="{8FE380F7-2A70-7FE1-DEA3-EF59681DB035}"/>
          </ac:picMkLst>
        </pc:picChg>
        <pc:picChg chg="mod">
          <ac:chgData name="Simon Fong" userId="0989948daaec8292" providerId="LiveId" clId="{F12E0490-60F3-4147-9D04-93D87D41D5A0}" dt="2026-10-22T20:53:54.978" v="13370" actId="1038"/>
          <ac:picMkLst>
            <pc:docMk/>
            <pc:sldMk cId="531339455" sldId="351"/>
            <ac:picMk id="8" creationId="{E2DBBC87-DBF4-4F70-96DD-9AB60111A7BD}"/>
          </ac:picMkLst>
        </pc:picChg>
        <pc:picChg chg="add mod">
          <ac:chgData name="Simon Fong" userId="0989948daaec8292" providerId="LiveId" clId="{F12E0490-60F3-4147-9D04-93D87D41D5A0}" dt="2026-10-22T20:48:09.932" v="13183" actId="1076"/>
          <ac:picMkLst>
            <pc:docMk/>
            <pc:sldMk cId="531339455" sldId="351"/>
            <ac:picMk id="9" creationId="{D815F994-293D-B066-0393-EA93F1187401}"/>
          </ac:picMkLst>
        </pc:picChg>
        <pc:picChg chg="add mod modCrop">
          <ac:chgData name="Simon Fong" userId="0989948daaec8292" providerId="LiveId" clId="{F12E0490-60F3-4147-9D04-93D87D41D5A0}" dt="2026-10-22T22:24:45.263" v="14614" actId="1076"/>
          <ac:picMkLst>
            <pc:docMk/>
            <pc:sldMk cId="531339455" sldId="351"/>
            <ac:picMk id="12" creationId="{67D437F7-1E99-79AC-C7F6-0F9B1713870D}"/>
          </ac:picMkLst>
        </pc:picChg>
        <pc:picChg chg="add del mod">
          <ac:chgData name="Simon Fong" userId="0989948daaec8292" providerId="LiveId" clId="{F12E0490-60F3-4147-9D04-93D87D41D5A0}" dt="2026-10-22T21:03:03.200" v="13508" actId="478"/>
          <ac:picMkLst>
            <pc:docMk/>
            <pc:sldMk cId="531339455" sldId="351"/>
            <ac:picMk id="14" creationId="{E756DB28-BF6F-BAD7-D7E2-27461D5E6F2F}"/>
          </ac:picMkLst>
        </pc:picChg>
      </pc:sldChg>
      <pc:sldChg chg="addSp delSp modSp add mod modTransition addAnim delAnim modAnim modNotesTx">
        <pc:chgData name="Simon Fong" userId="0989948daaec8292" providerId="LiveId" clId="{F12E0490-60F3-4147-9D04-93D87D41D5A0}" dt="2026-10-22T22:23:55.220" v="14611"/>
        <pc:sldMkLst>
          <pc:docMk/>
          <pc:sldMk cId="3746039619" sldId="354"/>
        </pc:sldMkLst>
        <pc:spChg chg="mod">
          <ac:chgData name="Simon Fong" userId="0989948daaec8292" providerId="LiveId" clId="{F12E0490-60F3-4147-9D04-93D87D41D5A0}" dt="2026-10-22T20:45:09.809" v="13114"/>
          <ac:spMkLst>
            <pc:docMk/>
            <pc:sldMk cId="3746039619" sldId="354"/>
            <ac:spMk id="2" creationId="{71F4FAB4-09B7-EB32-768D-B4308FE8B1ED}"/>
          </ac:spMkLst>
        </pc:spChg>
        <pc:spChg chg="mod">
          <ac:chgData name="Simon Fong" userId="0989948daaec8292" providerId="LiveId" clId="{F12E0490-60F3-4147-9D04-93D87D41D5A0}" dt="2026-10-22T22:23:31.179" v="14608" actId="207"/>
          <ac:spMkLst>
            <pc:docMk/>
            <pc:sldMk cId="3746039619" sldId="354"/>
            <ac:spMk id="5" creationId="{E4947C39-FB44-13AB-6D85-5B4536E612D4}"/>
          </ac:spMkLst>
        </pc:spChg>
        <pc:picChg chg="add del">
          <ac:chgData name="Simon Fong" userId="0989948daaec8292" providerId="LiveId" clId="{F12E0490-60F3-4147-9D04-93D87D41D5A0}" dt="2026-10-22T20:47:00.907" v="13179" actId="22"/>
          <ac:picMkLst>
            <pc:docMk/>
            <pc:sldMk cId="3746039619" sldId="354"/>
            <ac:picMk id="4" creationId="{2CC261FB-F928-DA65-C7E5-892B3C5845A5}"/>
          </ac:picMkLst>
        </pc:picChg>
      </pc:sldChg>
      <pc:sldChg chg="modSp add del mod modTransition addAnim delAnim modAnim">
        <pc:chgData name="Simon Fong" userId="0989948daaec8292" providerId="LiveId" clId="{F12E0490-60F3-4147-9D04-93D87D41D5A0}" dt="2026-10-22T20:46:08.199" v="13173" actId="47"/>
        <pc:sldMkLst>
          <pc:docMk/>
          <pc:sldMk cId="277277012" sldId="355"/>
        </pc:sldMkLst>
        <pc:spChg chg="mod">
          <ac:chgData name="Simon Fong" userId="0989948daaec8292" providerId="LiveId" clId="{F12E0490-60F3-4147-9D04-93D87D41D5A0}" dt="2026-10-22T00:13:50.387" v="12084" actId="20577"/>
          <ac:spMkLst>
            <pc:docMk/>
            <pc:sldMk cId="277277012" sldId="355"/>
            <ac:spMk id="5" creationId="{3B16619F-43D0-A37C-B795-5857B441898A}"/>
          </ac:spMkLst>
        </pc:spChg>
        <pc:spChg chg="mod">
          <ac:chgData name="Simon Fong" userId="0989948daaec8292" providerId="LiveId" clId="{F12E0490-60F3-4147-9D04-93D87D41D5A0}" dt="2026-10-22T00:11:27.690" v="12033"/>
          <ac:spMkLst>
            <pc:docMk/>
            <pc:sldMk cId="277277012" sldId="355"/>
            <ac:spMk id="21" creationId="{95AA2652-E4FE-90A0-B535-A88153F01217}"/>
          </ac:spMkLst>
        </pc:spChg>
        <pc:picChg chg="mod modCrop">
          <ac:chgData name="Simon Fong" userId="0989948daaec8292" providerId="LiveId" clId="{F12E0490-60F3-4147-9D04-93D87D41D5A0}" dt="2026-10-22T00:13:54.070" v="12085" actId="1076"/>
          <ac:picMkLst>
            <pc:docMk/>
            <pc:sldMk cId="277277012" sldId="355"/>
            <ac:picMk id="3" creationId="{859B8CB6-3F21-E154-2434-2BF1496C7719}"/>
          </ac:picMkLst>
        </pc:picChg>
      </pc:sldChg>
      <pc:sldChg chg="modSp add mod ord addAnim delAnim modAnim">
        <pc:chgData name="Simon Fong" userId="0989948daaec8292" providerId="LiveId" clId="{F12E0490-60F3-4147-9D04-93D87D41D5A0}" dt="2026-10-22T22:30:17.764" v="14686" actId="207"/>
        <pc:sldMkLst>
          <pc:docMk/>
          <pc:sldMk cId="3195708841" sldId="355"/>
        </pc:sldMkLst>
        <pc:spChg chg="mod">
          <ac:chgData name="Simon Fong" userId="0989948daaec8292" providerId="LiveId" clId="{F12E0490-60F3-4147-9D04-93D87D41D5A0}" dt="2026-10-22T22:30:17.764" v="14686" actId="207"/>
          <ac:spMkLst>
            <pc:docMk/>
            <pc:sldMk cId="3195708841" sldId="355"/>
            <ac:spMk id="5" creationId="{70F814E2-6E01-C13E-F6C8-9BAF8DB49AE6}"/>
          </ac:spMkLst>
        </pc:spChg>
        <pc:picChg chg="mod modCrop">
          <ac:chgData name="Simon Fong" userId="0989948daaec8292" providerId="LiveId" clId="{F12E0490-60F3-4147-9D04-93D87D41D5A0}" dt="2026-10-22T22:28:41.412" v="14670" actId="1076"/>
          <ac:picMkLst>
            <pc:docMk/>
            <pc:sldMk cId="3195708841" sldId="355"/>
            <ac:picMk id="12" creationId="{74B3F203-9D17-B138-3DF9-50A22C385F92}"/>
          </ac:picMkLst>
        </pc:picChg>
      </pc:sldChg>
      <pc:sldChg chg="new del">
        <pc:chgData name="Simon Fong" userId="0989948daaec8292" providerId="LiveId" clId="{F12E0490-60F3-4147-9D04-93D87D41D5A0}" dt="2026-10-22T20:46:56.229" v="13177" actId="2696"/>
        <pc:sldMkLst>
          <pc:docMk/>
          <pc:sldMk cId="4293041753" sldId="355"/>
        </pc:sldMkLst>
      </pc:sldChg>
      <pc:sldChg chg="delSp modSp add del mod addAnim delAnim modAnim">
        <pc:chgData name="Simon Fong" userId="0989948daaec8292" providerId="LiveId" clId="{F12E0490-60F3-4147-9D04-93D87D41D5A0}" dt="2026-10-22T20:46:08.199" v="13173" actId="47"/>
        <pc:sldMkLst>
          <pc:docMk/>
          <pc:sldMk cId="1028939191" sldId="356"/>
        </pc:sldMkLst>
        <pc:spChg chg="mod">
          <ac:chgData name="Simon Fong" userId="0989948daaec8292" providerId="LiveId" clId="{F12E0490-60F3-4147-9D04-93D87D41D5A0}" dt="2026-10-22T00:15:51.906" v="12109" actId="2710"/>
          <ac:spMkLst>
            <pc:docMk/>
            <pc:sldMk cId="1028939191" sldId="356"/>
            <ac:spMk id="5" creationId="{481C3462-A648-0CA7-73C5-439870A5DE04}"/>
          </ac:spMkLst>
        </pc:spChg>
        <pc:spChg chg="mod">
          <ac:chgData name="Simon Fong" userId="0989948daaec8292" providerId="LiveId" clId="{F12E0490-60F3-4147-9D04-93D87D41D5A0}" dt="2026-10-22T00:14:19.032" v="12087"/>
          <ac:spMkLst>
            <pc:docMk/>
            <pc:sldMk cId="1028939191" sldId="356"/>
            <ac:spMk id="21" creationId="{7D3FBF3C-B66C-200D-A887-99901987B27E}"/>
          </ac:spMkLst>
        </pc:spChg>
        <pc:picChg chg="del">
          <ac:chgData name="Simon Fong" userId="0989948daaec8292" providerId="LiveId" clId="{F12E0490-60F3-4147-9D04-93D87D41D5A0}" dt="2026-10-22T00:14:21.799" v="12088" actId="478"/>
          <ac:picMkLst>
            <pc:docMk/>
            <pc:sldMk cId="1028939191" sldId="356"/>
            <ac:picMk id="3" creationId="{2D35EBF2-31CF-4747-2BE9-83B18BB58316}"/>
          </ac:picMkLst>
        </pc:picChg>
      </pc:sldChg>
      <pc:sldChg chg="addSp delSp modSp add del mod">
        <pc:chgData name="Simon Fong" userId="0989948daaec8292" providerId="LiveId" clId="{F12E0490-60F3-4147-9D04-93D87D41D5A0}" dt="2026-10-22T21:09:39.966" v="13576" actId="2696"/>
        <pc:sldMkLst>
          <pc:docMk/>
          <pc:sldMk cId="3671880178" sldId="356"/>
        </pc:sldMkLst>
        <pc:spChg chg="mod">
          <ac:chgData name="Simon Fong" userId="0989948daaec8292" providerId="LiveId" clId="{F12E0490-60F3-4147-9D04-93D87D41D5A0}" dt="2026-10-22T21:07:32.930" v="13560" actId="113"/>
          <ac:spMkLst>
            <pc:docMk/>
            <pc:sldMk cId="3671880178" sldId="356"/>
            <ac:spMk id="5" creationId="{49AAEAF6-F709-22E4-E540-62C9E536120E}"/>
          </ac:spMkLst>
        </pc:spChg>
        <pc:picChg chg="add mod modCrop">
          <ac:chgData name="Simon Fong" userId="0989948daaec8292" providerId="LiveId" clId="{F12E0490-60F3-4147-9D04-93D87D41D5A0}" dt="2026-10-22T21:08:32.133" v="13566" actId="1076"/>
          <ac:picMkLst>
            <pc:docMk/>
            <pc:sldMk cId="3671880178" sldId="356"/>
            <ac:picMk id="11" creationId="{981EA599-8F9A-DA72-C7AC-E9BBE2FF75C7}"/>
          </ac:picMkLst>
        </pc:picChg>
        <pc:picChg chg="del">
          <ac:chgData name="Simon Fong" userId="0989948daaec8292" providerId="LiveId" clId="{F12E0490-60F3-4147-9D04-93D87D41D5A0}" dt="2026-10-22T21:06:38.392" v="13537" actId="478"/>
          <ac:picMkLst>
            <pc:docMk/>
            <pc:sldMk cId="3671880178" sldId="356"/>
            <ac:picMk id="12" creationId="{62A0B59E-64CE-3BD6-95B8-02061390CADD}"/>
          </ac:picMkLst>
        </pc:picChg>
      </pc:sldChg>
      <pc:sldChg chg="modSp add del mod ord modTransition addAnim delAnim modAnim">
        <pc:chgData name="Simon Fong" userId="0989948daaec8292" providerId="LiveId" clId="{F12E0490-60F3-4147-9D04-93D87D41D5A0}" dt="2026-10-22T20:46:08.199" v="13173" actId="47"/>
        <pc:sldMkLst>
          <pc:docMk/>
          <pc:sldMk cId="2917318535" sldId="357"/>
        </pc:sldMkLst>
        <pc:spChg chg="mod">
          <ac:chgData name="Simon Fong" userId="0989948daaec8292" providerId="LiveId" clId="{F12E0490-60F3-4147-9D04-93D87D41D5A0}" dt="2026-10-22T02:00:49.218" v="12766" actId="6549"/>
          <ac:spMkLst>
            <pc:docMk/>
            <pc:sldMk cId="2917318535" sldId="357"/>
            <ac:spMk id="5" creationId="{F0C06953-F12E-ADFB-C65A-9D0A03A13B69}"/>
          </ac:spMkLst>
        </pc:spChg>
        <pc:spChg chg="mod">
          <ac:chgData name="Simon Fong" userId="0989948daaec8292" providerId="LiveId" clId="{F12E0490-60F3-4147-9D04-93D87D41D5A0}" dt="2026-10-22T00:18:36.624" v="12113"/>
          <ac:spMkLst>
            <pc:docMk/>
            <pc:sldMk cId="2917318535" sldId="357"/>
            <ac:spMk id="21" creationId="{79882648-9762-1483-3CEA-6C41BF3B7169}"/>
          </ac:spMkLst>
        </pc:spChg>
        <pc:picChg chg="mod modCrop">
          <ac:chgData name="Simon Fong" userId="0989948daaec8292" providerId="LiveId" clId="{F12E0490-60F3-4147-9D04-93D87D41D5A0}" dt="2026-10-22T02:20:23.568" v="13100" actId="1076"/>
          <ac:picMkLst>
            <pc:docMk/>
            <pc:sldMk cId="2917318535" sldId="357"/>
            <ac:picMk id="3" creationId="{9C55635D-66DE-880D-0687-A7E0323A2608}"/>
          </ac:picMkLst>
        </pc:picChg>
      </pc:sldChg>
      <pc:sldChg chg="addSp delSp modSp add mod modTransition addAnim delAnim modAnim modNotesTx">
        <pc:chgData name="Simon Fong" userId="0989948daaec8292" providerId="LiveId" clId="{F12E0490-60F3-4147-9D04-93D87D41D5A0}" dt="2026-10-22T23:21:11.819" v="14955" actId="5793"/>
        <pc:sldMkLst>
          <pc:docMk/>
          <pc:sldMk cId="3980393624" sldId="357"/>
        </pc:sldMkLst>
        <pc:spChg chg="mod">
          <ac:chgData name="Simon Fong" userId="0989948daaec8292" providerId="LiveId" clId="{F12E0490-60F3-4147-9D04-93D87D41D5A0}" dt="2026-10-22T23:21:11.819" v="14955" actId="5793"/>
          <ac:spMkLst>
            <pc:docMk/>
            <pc:sldMk cId="3980393624" sldId="357"/>
            <ac:spMk id="5" creationId="{8F8E6F78-645C-4AF7-A41E-1E059A2AB138}"/>
          </ac:spMkLst>
        </pc:spChg>
        <pc:picChg chg="add mod">
          <ac:chgData name="Simon Fong" userId="0989948daaec8292" providerId="LiveId" clId="{F12E0490-60F3-4147-9D04-93D87D41D5A0}" dt="2026-10-22T21:12:18.292" v="13632" actId="1076"/>
          <ac:picMkLst>
            <pc:docMk/>
            <pc:sldMk cId="3980393624" sldId="357"/>
            <ac:picMk id="11" creationId="{17AC4E7A-0717-0C43-842A-64C6B5646B09}"/>
          </ac:picMkLst>
        </pc:picChg>
        <pc:picChg chg="del">
          <ac:chgData name="Simon Fong" userId="0989948daaec8292" providerId="LiveId" clId="{F12E0490-60F3-4147-9D04-93D87D41D5A0}" dt="2026-10-22T21:09:59.567" v="13577" actId="478"/>
          <ac:picMkLst>
            <pc:docMk/>
            <pc:sldMk cId="3980393624" sldId="357"/>
            <ac:picMk id="12" creationId="{F3CD043F-BAD4-E0C8-F75A-865F0E9E4E14}"/>
          </ac:picMkLst>
        </pc:picChg>
        <pc:picChg chg="add mod">
          <ac:chgData name="Simon Fong" userId="0989948daaec8292" providerId="LiveId" clId="{F12E0490-60F3-4147-9D04-93D87D41D5A0}" dt="2026-10-22T22:57:45.363" v="14704" actId="1076"/>
          <ac:picMkLst>
            <pc:docMk/>
            <pc:sldMk cId="3980393624" sldId="357"/>
            <ac:picMk id="14" creationId="{B89FE1CE-299C-683E-A26F-077DD34B1752}"/>
          </ac:picMkLst>
        </pc:picChg>
      </pc:sldChg>
      <pc:sldChg chg="addSp delSp modSp add mod ord modTransition addAnim delAnim modAnim">
        <pc:chgData name="Simon Fong" userId="0989948daaec8292" providerId="LiveId" clId="{F12E0490-60F3-4147-9D04-93D87D41D5A0}" dt="2026-10-22T22:27:59.078" v="14662" actId="207"/>
        <pc:sldMkLst>
          <pc:docMk/>
          <pc:sldMk cId="592933134" sldId="358"/>
        </pc:sldMkLst>
        <pc:spChg chg="mod">
          <ac:chgData name="Simon Fong" userId="0989948daaec8292" providerId="LiveId" clId="{F12E0490-60F3-4147-9D04-93D87D41D5A0}" dt="2026-10-22T22:27:59.078" v="14662" actId="207"/>
          <ac:spMkLst>
            <pc:docMk/>
            <pc:sldMk cId="592933134" sldId="358"/>
            <ac:spMk id="5" creationId="{F1CD8918-C36A-BD0E-52D0-2CE5372D66B4}"/>
          </ac:spMkLst>
        </pc:spChg>
        <pc:picChg chg="del">
          <ac:chgData name="Simon Fong" userId="0989948daaec8292" providerId="LiveId" clId="{F12E0490-60F3-4147-9D04-93D87D41D5A0}" dt="2026-10-22T21:09:17.036" v="13572" actId="478"/>
          <ac:picMkLst>
            <pc:docMk/>
            <pc:sldMk cId="592933134" sldId="358"/>
            <ac:picMk id="11" creationId="{46056628-B887-09C6-A993-DCC0D8F012D3}"/>
          </ac:picMkLst>
        </pc:picChg>
        <pc:picChg chg="add del mod modCrop">
          <ac:chgData name="Simon Fong" userId="0989948daaec8292" providerId="LiveId" clId="{F12E0490-60F3-4147-9D04-93D87D41D5A0}" dt="2026-10-22T21:24:55.433" v="13724" actId="1076"/>
          <ac:picMkLst>
            <pc:docMk/>
            <pc:sldMk cId="592933134" sldId="358"/>
            <ac:picMk id="12" creationId="{A3E5DB0B-EF2F-2865-233A-B6B1CE447CA8}"/>
          </ac:picMkLst>
        </pc:picChg>
        <pc:picChg chg="add del mod modCrop">
          <ac:chgData name="Simon Fong" userId="0989948daaec8292" providerId="LiveId" clId="{F12E0490-60F3-4147-9D04-93D87D41D5A0}" dt="2026-10-22T21:23:45.992" v="13708" actId="931"/>
          <ac:picMkLst>
            <pc:docMk/>
            <pc:sldMk cId="592933134" sldId="358"/>
            <ac:picMk id="14" creationId="{1BD3BABC-B21E-D025-9D53-2E41EEF798D1}"/>
          </ac:picMkLst>
        </pc:picChg>
      </pc:sldChg>
      <pc:sldChg chg="addSp delSp modSp add del mod">
        <pc:chgData name="Simon Fong" userId="0989948daaec8292" providerId="LiveId" clId="{F12E0490-60F3-4147-9D04-93D87D41D5A0}" dt="2026-10-22T00:27:05.763" v="12199" actId="2696"/>
        <pc:sldMkLst>
          <pc:docMk/>
          <pc:sldMk cId="2956813664" sldId="358"/>
        </pc:sldMkLst>
        <pc:spChg chg="mod">
          <ac:chgData name="Simon Fong" userId="0989948daaec8292" providerId="LiveId" clId="{F12E0490-60F3-4147-9D04-93D87D41D5A0}" dt="2026-10-22T00:23:46.367" v="12168" actId="20577"/>
          <ac:spMkLst>
            <pc:docMk/>
            <pc:sldMk cId="2956813664" sldId="358"/>
            <ac:spMk id="5" creationId="{9EA5E178-E724-E42F-280E-4B8D3920EA07}"/>
          </ac:spMkLst>
        </pc:spChg>
        <pc:spChg chg="add del mod">
          <ac:chgData name="Simon Fong" userId="0989948daaec8292" providerId="LiveId" clId="{F12E0490-60F3-4147-9D04-93D87D41D5A0}" dt="2026-10-22T00:24:53.363" v="12177"/>
          <ac:spMkLst>
            <pc:docMk/>
            <pc:sldMk cId="2956813664" sldId="358"/>
            <ac:spMk id="7" creationId="{0CCF6F7F-9788-33D0-7F9E-7433DF452DFA}"/>
          </ac:spMkLst>
        </pc:spChg>
        <pc:spChg chg="add del mod">
          <ac:chgData name="Simon Fong" userId="0989948daaec8292" providerId="LiveId" clId="{F12E0490-60F3-4147-9D04-93D87D41D5A0}" dt="2026-10-22T00:24:55.349" v="12180"/>
          <ac:spMkLst>
            <pc:docMk/>
            <pc:sldMk cId="2956813664" sldId="358"/>
            <ac:spMk id="8" creationId="{4A139D51-2BA5-FAA4-757B-5C04A077B5C9}"/>
          </ac:spMkLst>
        </pc:spChg>
        <pc:spChg chg="add mod">
          <ac:chgData name="Simon Fong" userId="0989948daaec8292" providerId="LiveId" clId="{F12E0490-60F3-4147-9D04-93D87D41D5A0}" dt="2026-10-22T00:25:11.769" v="12185" actId="14100"/>
          <ac:spMkLst>
            <pc:docMk/>
            <pc:sldMk cId="2956813664" sldId="358"/>
            <ac:spMk id="9" creationId="{E14141B3-46D1-155E-D91C-831863B87610}"/>
          </ac:spMkLst>
        </pc:spChg>
        <pc:spChg chg="mod">
          <ac:chgData name="Simon Fong" userId="0989948daaec8292" providerId="LiveId" clId="{F12E0490-60F3-4147-9D04-93D87D41D5A0}" dt="2026-10-22T00:22:39.856" v="12160"/>
          <ac:spMkLst>
            <pc:docMk/>
            <pc:sldMk cId="2956813664" sldId="358"/>
            <ac:spMk id="21" creationId="{510D768A-68C3-6B51-76C8-C56126965EAE}"/>
          </ac:spMkLst>
        </pc:spChg>
        <pc:graphicFrameChg chg="add del mod">
          <ac:chgData name="Simon Fong" userId="0989948daaec8292" providerId="LiveId" clId="{F12E0490-60F3-4147-9D04-93D87D41D5A0}" dt="2026-10-22T00:23:21.385" v="12164" actId="478"/>
          <ac:graphicFrameMkLst>
            <pc:docMk/>
            <pc:sldMk cId="2956813664" sldId="358"/>
            <ac:graphicFrameMk id="2" creationId="{0A02F53D-CC0E-64BD-C4C7-259DF4E11CDA}"/>
          </ac:graphicFrameMkLst>
        </pc:graphicFrameChg>
        <pc:graphicFrameChg chg="add mod modGraphic">
          <ac:chgData name="Simon Fong" userId="0989948daaec8292" providerId="LiveId" clId="{F12E0490-60F3-4147-9D04-93D87D41D5A0}" dt="2026-10-22T00:24:36.628" v="12174" actId="1076"/>
          <ac:graphicFrameMkLst>
            <pc:docMk/>
            <pc:sldMk cId="2956813664" sldId="358"/>
            <ac:graphicFrameMk id="6" creationId="{88A3F183-8A82-EACD-718B-1F10168A635D}"/>
          </ac:graphicFrameMkLst>
        </pc:graphicFrameChg>
        <pc:picChg chg="del">
          <ac:chgData name="Simon Fong" userId="0989948daaec8292" providerId="LiveId" clId="{F12E0490-60F3-4147-9D04-93D87D41D5A0}" dt="2026-10-22T00:24:17.934" v="12173" actId="478"/>
          <ac:picMkLst>
            <pc:docMk/>
            <pc:sldMk cId="2956813664" sldId="358"/>
            <ac:picMk id="3" creationId="{ABF8296C-AB47-9E35-B0B4-65DAF5770FC4}"/>
          </ac:picMkLst>
        </pc:picChg>
      </pc:sldChg>
      <pc:sldChg chg="addSp modSp add mod ord addAnim delAnim modAnim">
        <pc:chgData name="Simon Fong" userId="0989948daaec8292" providerId="LiveId" clId="{F12E0490-60F3-4147-9D04-93D87D41D5A0}" dt="2026-10-22T23:02:11.782" v="14756"/>
        <pc:sldMkLst>
          <pc:docMk/>
          <pc:sldMk cId="1353365902" sldId="359"/>
        </pc:sldMkLst>
        <pc:spChg chg="mod">
          <ac:chgData name="Simon Fong" userId="0989948daaec8292" providerId="LiveId" clId="{F12E0490-60F3-4147-9D04-93D87D41D5A0}" dt="2026-10-22T21:51:48.796" v="14155" actId="20577"/>
          <ac:spMkLst>
            <pc:docMk/>
            <pc:sldMk cId="1353365902" sldId="359"/>
            <ac:spMk id="5" creationId="{661CE339-E311-CC4F-60EF-9875B7624855}"/>
          </ac:spMkLst>
        </pc:spChg>
        <pc:picChg chg="mod">
          <ac:chgData name="Simon Fong" userId="0989948daaec8292" providerId="LiveId" clId="{F12E0490-60F3-4147-9D04-93D87D41D5A0}" dt="2026-10-22T21:14:51.688" v="13636" actId="14826"/>
          <ac:picMkLst>
            <pc:docMk/>
            <pc:sldMk cId="1353365902" sldId="359"/>
            <ac:picMk id="2" creationId="{BE69148E-66C1-A3EA-A168-06A788641493}"/>
          </ac:picMkLst>
        </pc:picChg>
        <pc:picChg chg="add">
          <ac:chgData name="Simon Fong" userId="0989948daaec8292" providerId="LiveId" clId="{F12E0490-60F3-4147-9D04-93D87D41D5A0}" dt="2026-10-22T21:15:00.171" v="13637" actId="22"/>
          <ac:picMkLst>
            <pc:docMk/>
            <pc:sldMk cId="1353365902" sldId="359"/>
            <ac:picMk id="11" creationId="{4902D3AB-7143-2F64-C7E6-E1B7E3677BFF}"/>
          </ac:picMkLst>
        </pc:picChg>
        <pc:picChg chg="mod modCrop">
          <ac:chgData name="Simon Fong" userId="0989948daaec8292" providerId="LiveId" clId="{F12E0490-60F3-4147-9D04-93D87D41D5A0}" dt="2026-10-22T21:18:58.359" v="13661" actId="1076"/>
          <ac:picMkLst>
            <pc:docMk/>
            <pc:sldMk cId="1353365902" sldId="359"/>
            <ac:picMk id="12" creationId="{1A3EBE49-4A9E-AD83-1EEF-E53FF89013FA}"/>
          </ac:picMkLst>
        </pc:picChg>
      </pc:sldChg>
      <pc:sldChg chg="addSp delSp modSp add del mod addAnim delAnim modAnim">
        <pc:chgData name="Simon Fong" userId="0989948daaec8292" providerId="LiveId" clId="{F12E0490-60F3-4147-9D04-93D87D41D5A0}" dt="2026-10-22T20:46:08.199" v="13173" actId="47"/>
        <pc:sldMkLst>
          <pc:docMk/>
          <pc:sldMk cId="2673231998" sldId="359"/>
        </pc:sldMkLst>
        <pc:spChg chg="mod">
          <ac:chgData name="Simon Fong" userId="0989948daaec8292" providerId="LiveId" clId="{F12E0490-60F3-4147-9D04-93D87D41D5A0}" dt="2026-10-22T00:26:19.895" v="12193" actId="20577"/>
          <ac:spMkLst>
            <pc:docMk/>
            <pc:sldMk cId="2673231998" sldId="359"/>
            <ac:spMk id="5" creationId="{3D937263-7297-6B67-D20E-465FE4286101}"/>
          </ac:spMkLst>
        </pc:spChg>
        <pc:spChg chg="mod">
          <ac:chgData name="Simon Fong" userId="0989948daaec8292" providerId="LiveId" clId="{F12E0490-60F3-4147-9D04-93D87D41D5A0}" dt="2026-10-22T00:25:57.961" v="12187"/>
          <ac:spMkLst>
            <pc:docMk/>
            <pc:sldMk cId="2673231998" sldId="359"/>
            <ac:spMk id="21" creationId="{6E734685-880D-D3F1-A977-3DC0A8655645}"/>
          </ac:spMkLst>
        </pc:spChg>
        <pc:graphicFrameChg chg="add mod modGraphic">
          <ac:chgData name="Simon Fong" userId="0989948daaec8292" providerId="LiveId" clId="{F12E0490-60F3-4147-9D04-93D87D41D5A0}" dt="2026-10-22T02:21:00.712" v="13102" actId="207"/>
          <ac:graphicFrameMkLst>
            <pc:docMk/>
            <pc:sldMk cId="2673231998" sldId="359"/>
            <ac:graphicFrameMk id="6" creationId="{E1C121CC-EB46-09BB-1AA9-CF80F62F8C3B}"/>
          </ac:graphicFrameMkLst>
        </pc:graphicFrameChg>
        <pc:picChg chg="del">
          <ac:chgData name="Simon Fong" userId="0989948daaec8292" providerId="LiveId" clId="{F12E0490-60F3-4147-9D04-93D87D41D5A0}" dt="2026-10-22T00:26:28.862" v="12195" actId="478"/>
          <ac:picMkLst>
            <pc:docMk/>
            <pc:sldMk cId="2673231998" sldId="359"/>
            <ac:picMk id="3" creationId="{02A58818-0BB5-DB40-DAC8-B3C95D9C211F}"/>
          </ac:picMkLst>
        </pc:picChg>
      </pc:sldChg>
      <pc:sldChg chg="addSp delSp modSp add del mod addAnim delAnim modAnim">
        <pc:chgData name="Simon Fong" userId="0989948daaec8292" providerId="LiveId" clId="{F12E0490-60F3-4147-9D04-93D87D41D5A0}" dt="2026-10-22T20:46:08.199" v="13173" actId="47"/>
        <pc:sldMkLst>
          <pc:docMk/>
          <pc:sldMk cId="318809019" sldId="360"/>
        </pc:sldMkLst>
        <pc:spChg chg="mod">
          <ac:chgData name="Simon Fong" userId="0989948daaec8292" providerId="LiveId" clId="{F12E0490-60F3-4147-9D04-93D87D41D5A0}" dt="2026-10-22T00:28:10.265" v="12220" actId="20577"/>
          <ac:spMkLst>
            <pc:docMk/>
            <pc:sldMk cId="318809019" sldId="360"/>
            <ac:spMk id="5" creationId="{E9113683-13B1-0D01-D6B0-10021ED6CFD5}"/>
          </ac:spMkLst>
        </pc:spChg>
        <pc:graphicFrameChg chg="del">
          <ac:chgData name="Simon Fong" userId="0989948daaec8292" providerId="LiveId" clId="{F12E0490-60F3-4147-9D04-93D87D41D5A0}" dt="2026-10-22T00:26:51.687" v="12198" actId="478"/>
          <ac:graphicFrameMkLst>
            <pc:docMk/>
            <pc:sldMk cId="318809019" sldId="360"/>
            <ac:graphicFrameMk id="6" creationId="{E167BD00-6E28-C473-595A-18426981A001}"/>
          </ac:graphicFrameMkLst>
        </pc:graphicFrameChg>
        <pc:picChg chg="add mod modCrop">
          <ac:chgData name="Simon Fong" userId="0989948daaec8292" providerId="LiveId" clId="{F12E0490-60F3-4147-9D04-93D87D41D5A0}" dt="2026-10-22T00:28:29.259" v="12223" actId="1076"/>
          <ac:picMkLst>
            <pc:docMk/>
            <pc:sldMk cId="318809019" sldId="360"/>
            <ac:picMk id="3" creationId="{7841CB9E-3136-1775-6DE5-29E270DE7D0B}"/>
          </ac:picMkLst>
        </pc:picChg>
      </pc:sldChg>
      <pc:sldChg chg="addSp delSp modSp add mod modTransition addAnim delAnim modAnim">
        <pc:chgData name="Simon Fong" userId="0989948daaec8292" providerId="LiveId" clId="{F12E0490-60F3-4147-9D04-93D87D41D5A0}" dt="2026-10-22T23:03:23.651" v="14773"/>
        <pc:sldMkLst>
          <pc:docMk/>
          <pc:sldMk cId="2977871333" sldId="360"/>
        </pc:sldMkLst>
        <pc:spChg chg="mod">
          <ac:chgData name="Simon Fong" userId="0989948daaec8292" providerId="LiveId" clId="{F12E0490-60F3-4147-9D04-93D87D41D5A0}" dt="2026-10-22T21:51:58.641" v="14157" actId="20577"/>
          <ac:spMkLst>
            <pc:docMk/>
            <pc:sldMk cId="2977871333" sldId="360"/>
            <ac:spMk id="5" creationId="{28EEC22B-13AD-F2B2-49E1-712DE0D2668C}"/>
          </ac:spMkLst>
        </pc:spChg>
        <pc:picChg chg="del">
          <ac:chgData name="Simon Fong" userId="0989948daaec8292" providerId="LiveId" clId="{F12E0490-60F3-4147-9D04-93D87D41D5A0}" dt="2026-10-22T21:26:33.927" v="13766" actId="478"/>
          <ac:picMkLst>
            <pc:docMk/>
            <pc:sldMk cId="2977871333" sldId="360"/>
            <ac:picMk id="12" creationId="{9F8A9C27-528F-FDB5-7606-F5C65117DB9A}"/>
          </ac:picMkLst>
        </pc:picChg>
        <pc:picChg chg="add mod modCrop">
          <ac:chgData name="Simon Fong" userId="0989948daaec8292" providerId="LiveId" clId="{F12E0490-60F3-4147-9D04-93D87D41D5A0}" dt="2026-10-22T21:27:04.952" v="13773" actId="1076"/>
          <ac:picMkLst>
            <pc:docMk/>
            <pc:sldMk cId="2977871333" sldId="360"/>
            <ac:picMk id="13" creationId="{48BAA501-9D58-C7E7-68CD-C2E4656B127E}"/>
          </ac:picMkLst>
        </pc:picChg>
      </pc:sldChg>
      <pc:sldChg chg="add del">
        <pc:chgData name="Simon Fong" userId="0989948daaec8292" providerId="LiveId" clId="{F12E0490-60F3-4147-9D04-93D87D41D5A0}" dt="2026-10-22T21:20:14.960" v="13665" actId="2696"/>
        <pc:sldMkLst>
          <pc:docMk/>
          <pc:sldMk cId="2710028855" sldId="361"/>
        </pc:sldMkLst>
      </pc:sldChg>
      <pc:sldChg chg="delSp modSp add del mod addAnim delAnim modAnim">
        <pc:chgData name="Simon Fong" userId="0989948daaec8292" providerId="LiveId" clId="{F12E0490-60F3-4147-9D04-93D87D41D5A0}" dt="2026-10-22T20:46:08.199" v="13173" actId="47"/>
        <pc:sldMkLst>
          <pc:docMk/>
          <pc:sldMk cId="3014092043" sldId="361"/>
        </pc:sldMkLst>
        <pc:spChg chg="mod">
          <ac:chgData name="Simon Fong" userId="0989948daaec8292" providerId="LiveId" clId="{F12E0490-60F3-4147-9D04-93D87D41D5A0}" dt="2026-10-22T00:30:53.975" v="12274" actId="255"/>
          <ac:spMkLst>
            <pc:docMk/>
            <pc:sldMk cId="3014092043" sldId="361"/>
            <ac:spMk id="5" creationId="{5C3DF611-88DA-8CD4-705C-FC539B6E230D}"/>
          </ac:spMkLst>
        </pc:spChg>
        <pc:spChg chg="mod">
          <ac:chgData name="Simon Fong" userId="0989948daaec8292" providerId="LiveId" clId="{F12E0490-60F3-4147-9D04-93D87D41D5A0}" dt="2026-10-22T00:29:10.687" v="12234" actId="20577"/>
          <ac:spMkLst>
            <pc:docMk/>
            <pc:sldMk cId="3014092043" sldId="361"/>
            <ac:spMk id="21" creationId="{A4FCECA6-66DC-BE43-A72E-91656B3A4238}"/>
          </ac:spMkLst>
        </pc:spChg>
        <pc:picChg chg="del mod">
          <ac:chgData name="Simon Fong" userId="0989948daaec8292" providerId="LiveId" clId="{F12E0490-60F3-4147-9D04-93D87D41D5A0}" dt="2026-10-22T00:31:22.151" v="12275" actId="478"/>
          <ac:picMkLst>
            <pc:docMk/>
            <pc:sldMk cId="3014092043" sldId="361"/>
            <ac:picMk id="3" creationId="{09826AC2-0158-A2B5-1CFB-E1AE774EAF0E}"/>
          </ac:picMkLst>
        </pc:picChg>
      </pc:sldChg>
      <pc:sldChg chg="modSp add del ord">
        <pc:chgData name="Simon Fong" userId="0989948daaec8292" providerId="LiveId" clId="{F12E0490-60F3-4147-9D04-93D87D41D5A0}" dt="2026-10-22T21:27:46.320" v="13778" actId="2696"/>
        <pc:sldMkLst>
          <pc:docMk/>
          <pc:sldMk cId="3861364695" sldId="361"/>
        </pc:sldMkLst>
        <pc:spChg chg="mod">
          <ac:chgData name="Simon Fong" userId="0989948daaec8292" providerId="LiveId" clId="{F12E0490-60F3-4147-9D04-93D87D41D5A0}" dt="2026-10-22T21:25:27.845" v="13728"/>
          <ac:spMkLst>
            <pc:docMk/>
            <pc:sldMk cId="3861364695" sldId="361"/>
            <ac:spMk id="5" creationId="{DB829E9A-6DC2-3069-8C84-A9955C9E153C}"/>
          </ac:spMkLst>
        </pc:spChg>
      </pc:sldChg>
      <pc:sldChg chg="modSp add mod ord modTransition addAnim delAnim modAnim">
        <pc:chgData name="Simon Fong" userId="0989948daaec8292" providerId="LiveId" clId="{F12E0490-60F3-4147-9D04-93D87D41D5A0}" dt="2026-10-23T00:07:32.540" v="15505" actId="14826"/>
        <pc:sldMkLst>
          <pc:docMk/>
          <pc:sldMk cId="4066566062" sldId="361"/>
        </pc:sldMkLst>
        <pc:spChg chg="mod">
          <ac:chgData name="Simon Fong" userId="0989948daaec8292" providerId="LiveId" clId="{F12E0490-60F3-4147-9D04-93D87D41D5A0}" dt="2026-10-22T21:52:08.121" v="14159" actId="20577"/>
          <ac:spMkLst>
            <pc:docMk/>
            <pc:sldMk cId="4066566062" sldId="361"/>
            <ac:spMk id="5" creationId="{8BA15C9D-59E5-FE82-29D2-E194695E2D60}"/>
          </ac:spMkLst>
        </pc:spChg>
        <pc:picChg chg="mod">
          <ac:chgData name="Simon Fong" userId="0989948daaec8292" providerId="LiveId" clId="{F12E0490-60F3-4147-9D04-93D87D41D5A0}" dt="2026-10-23T00:07:32.540" v="15505" actId="14826"/>
          <ac:picMkLst>
            <pc:docMk/>
            <pc:sldMk cId="4066566062" sldId="361"/>
            <ac:picMk id="12" creationId="{3C89AF18-421F-3D24-B00E-BFCD09B7ADDF}"/>
          </ac:picMkLst>
        </pc:picChg>
      </pc:sldChg>
      <pc:sldChg chg="addSp delSp modSp add mod ord modTransition addAnim delAnim modAnim">
        <pc:chgData name="Simon Fong" userId="0989948daaec8292" providerId="LiveId" clId="{F12E0490-60F3-4147-9D04-93D87D41D5A0}" dt="2026-10-22T23:05:09.122" v="14806"/>
        <pc:sldMkLst>
          <pc:docMk/>
          <pc:sldMk cId="126842587" sldId="362"/>
        </pc:sldMkLst>
        <pc:spChg chg="mod">
          <ac:chgData name="Simon Fong" userId="0989948daaec8292" providerId="LiveId" clId="{F12E0490-60F3-4147-9D04-93D87D41D5A0}" dt="2026-10-22T21:52:27.970" v="14165" actId="6549"/>
          <ac:spMkLst>
            <pc:docMk/>
            <pc:sldMk cId="126842587" sldId="362"/>
            <ac:spMk id="5" creationId="{0388D87D-8730-1B10-90CF-5919058385F8}"/>
          </ac:spMkLst>
        </pc:spChg>
        <pc:picChg chg="add mod">
          <ac:chgData name="Simon Fong" userId="0989948daaec8292" providerId="LiveId" clId="{F12E0490-60F3-4147-9D04-93D87D41D5A0}" dt="2026-10-22T21:52:32.114" v="14166" actId="1076"/>
          <ac:picMkLst>
            <pc:docMk/>
            <pc:sldMk cId="126842587" sldId="362"/>
            <ac:picMk id="12" creationId="{28FE73C6-A4F8-785B-960B-3F17D069DEE2}"/>
          </ac:picMkLst>
        </pc:picChg>
        <pc:picChg chg="del">
          <ac:chgData name="Simon Fong" userId="0989948daaec8292" providerId="LiveId" clId="{F12E0490-60F3-4147-9D04-93D87D41D5A0}" dt="2026-10-22T21:32:13.290" v="13875" actId="478"/>
          <ac:picMkLst>
            <pc:docMk/>
            <pc:sldMk cId="126842587" sldId="362"/>
            <ac:picMk id="13" creationId="{B04BF399-591E-BDAF-6B1D-C6480E846248}"/>
          </ac:picMkLst>
        </pc:picChg>
      </pc:sldChg>
      <pc:sldChg chg="addSp modSp add del mod modTransition addAnim delAnim modAnim modNotesTx">
        <pc:chgData name="Simon Fong" userId="0989948daaec8292" providerId="LiveId" clId="{F12E0490-60F3-4147-9D04-93D87D41D5A0}" dt="2026-10-22T20:46:08.199" v="13173" actId="47"/>
        <pc:sldMkLst>
          <pc:docMk/>
          <pc:sldMk cId="2524875541" sldId="362"/>
        </pc:sldMkLst>
        <pc:spChg chg="mod">
          <ac:chgData name="Simon Fong" userId="0989948daaec8292" providerId="LiveId" clId="{F12E0490-60F3-4147-9D04-93D87D41D5A0}" dt="2026-10-22T00:34:53.062" v="12325" actId="207"/>
          <ac:spMkLst>
            <pc:docMk/>
            <pc:sldMk cId="2524875541" sldId="362"/>
            <ac:spMk id="5" creationId="{55E14342-C30B-B85F-F682-881F2F88C898}"/>
          </ac:spMkLst>
        </pc:spChg>
        <pc:spChg chg="mod">
          <ac:chgData name="Simon Fong" userId="0989948daaec8292" providerId="LiveId" clId="{F12E0490-60F3-4147-9D04-93D87D41D5A0}" dt="2026-10-22T00:31:56.272" v="12277"/>
          <ac:spMkLst>
            <pc:docMk/>
            <pc:sldMk cId="2524875541" sldId="362"/>
            <ac:spMk id="21" creationId="{D7AE9C4F-07FC-4C14-3150-24D82264B85D}"/>
          </ac:spMkLst>
        </pc:spChg>
        <pc:picChg chg="add mod modCrop">
          <ac:chgData name="Simon Fong" userId="0989948daaec8292" providerId="LiveId" clId="{F12E0490-60F3-4147-9D04-93D87D41D5A0}" dt="2026-10-22T00:35:18.545" v="12327" actId="1076"/>
          <ac:picMkLst>
            <pc:docMk/>
            <pc:sldMk cId="2524875541" sldId="362"/>
            <ac:picMk id="3" creationId="{8DFF4519-EFF3-1C51-A601-33CA0FF4FBE8}"/>
          </ac:picMkLst>
        </pc:picChg>
      </pc:sldChg>
      <pc:sldChg chg="addSp delSp modSp add mod modTransition addAnim delAnim modAnim modNotesTx">
        <pc:chgData name="Simon Fong" userId="0989948daaec8292" providerId="LiveId" clId="{F12E0490-60F3-4147-9D04-93D87D41D5A0}" dt="2026-10-23T00:09:14.504" v="15507"/>
        <pc:sldMkLst>
          <pc:docMk/>
          <pc:sldMk cId="1014788497" sldId="363"/>
        </pc:sldMkLst>
        <pc:spChg chg="mod">
          <ac:chgData name="Simon Fong" userId="0989948daaec8292" providerId="LiveId" clId="{F12E0490-60F3-4147-9D04-93D87D41D5A0}" dt="2026-10-22T23:21:19.190" v="14958" actId="5793"/>
          <ac:spMkLst>
            <pc:docMk/>
            <pc:sldMk cId="1014788497" sldId="363"/>
            <ac:spMk id="5" creationId="{87CF817C-CEA7-1C27-62F4-90DCB90CA052}"/>
          </ac:spMkLst>
        </pc:spChg>
        <pc:picChg chg="mod">
          <ac:chgData name="Simon Fong" userId="0989948daaec8292" providerId="LiveId" clId="{F12E0490-60F3-4147-9D04-93D87D41D5A0}" dt="2026-10-22T21:35:25.205" v="13950" actId="12789"/>
          <ac:picMkLst>
            <pc:docMk/>
            <pc:sldMk cId="1014788497" sldId="363"/>
            <ac:picMk id="2" creationId="{6F9C6B0B-F46C-771C-7C2E-8B3EFF99A78B}"/>
          </ac:picMkLst>
        </pc:picChg>
        <pc:picChg chg="mod">
          <ac:chgData name="Simon Fong" userId="0989948daaec8292" providerId="LiveId" clId="{F12E0490-60F3-4147-9D04-93D87D41D5A0}" dt="2026-10-22T21:35:25.205" v="13950" actId="12789"/>
          <ac:picMkLst>
            <pc:docMk/>
            <pc:sldMk cId="1014788497" sldId="363"/>
            <ac:picMk id="3" creationId="{17E1BCB0-15B3-723D-E564-13361E4587DE}"/>
          </ac:picMkLst>
        </pc:picChg>
        <pc:picChg chg="mod">
          <ac:chgData name="Simon Fong" userId="0989948daaec8292" providerId="LiveId" clId="{F12E0490-60F3-4147-9D04-93D87D41D5A0}" dt="2026-10-22T23:07:31.173" v="14817" actId="554"/>
          <ac:picMkLst>
            <pc:docMk/>
            <pc:sldMk cId="1014788497" sldId="363"/>
            <ac:picMk id="7" creationId="{3C78A0BB-B45F-04B9-13DD-ABE8D228290B}"/>
          </ac:picMkLst>
        </pc:picChg>
        <pc:picChg chg="mod">
          <ac:chgData name="Simon Fong" userId="0989948daaec8292" providerId="LiveId" clId="{F12E0490-60F3-4147-9D04-93D87D41D5A0}" dt="2026-10-22T21:35:25.205" v="13950" actId="12789"/>
          <ac:picMkLst>
            <pc:docMk/>
            <pc:sldMk cId="1014788497" sldId="363"/>
            <ac:picMk id="8" creationId="{E3534C46-7A82-6DC5-0A90-E6109E08E3E4}"/>
          </ac:picMkLst>
        </pc:picChg>
        <pc:picChg chg="mod">
          <ac:chgData name="Simon Fong" userId="0989948daaec8292" providerId="LiveId" clId="{F12E0490-60F3-4147-9D04-93D87D41D5A0}" dt="2026-10-22T21:35:34.743" v="13952" actId="555"/>
          <ac:picMkLst>
            <pc:docMk/>
            <pc:sldMk cId="1014788497" sldId="363"/>
            <ac:picMk id="11" creationId="{5B96467F-10A9-A4BF-5848-442F045B4543}"/>
          </ac:picMkLst>
        </pc:picChg>
        <pc:picChg chg="del">
          <ac:chgData name="Simon Fong" userId="0989948daaec8292" providerId="LiveId" clId="{F12E0490-60F3-4147-9D04-93D87D41D5A0}" dt="2026-10-22T21:34:43.669" v="13945" actId="478"/>
          <ac:picMkLst>
            <pc:docMk/>
            <pc:sldMk cId="1014788497" sldId="363"/>
            <ac:picMk id="12" creationId="{2E28B658-5C71-94A3-D779-A53E8CDEA8AC}"/>
          </ac:picMkLst>
        </pc:picChg>
        <pc:picChg chg="add mod">
          <ac:chgData name="Simon Fong" userId="0989948daaec8292" providerId="LiveId" clId="{F12E0490-60F3-4147-9D04-93D87D41D5A0}" dt="2026-10-22T21:35:34.743" v="13952" actId="555"/>
          <ac:picMkLst>
            <pc:docMk/>
            <pc:sldMk cId="1014788497" sldId="363"/>
            <ac:picMk id="13" creationId="{0A20B981-5A6B-07BC-1673-C16518BC5945}"/>
          </ac:picMkLst>
        </pc:picChg>
        <pc:picChg chg="add mod">
          <ac:chgData name="Simon Fong" userId="0989948daaec8292" providerId="LiveId" clId="{F12E0490-60F3-4147-9D04-93D87D41D5A0}" dt="2026-10-22T23:07:31.173" v="14817" actId="554"/>
          <ac:picMkLst>
            <pc:docMk/>
            <pc:sldMk cId="1014788497" sldId="363"/>
            <ac:picMk id="15" creationId="{9A34C78B-C1F2-FAA7-60B4-48B6F436C25B}"/>
          </ac:picMkLst>
        </pc:picChg>
      </pc:sldChg>
      <pc:sldChg chg="add del ord">
        <pc:chgData name="Simon Fong" userId="0989948daaec8292" providerId="LiveId" clId="{F12E0490-60F3-4147-9D04-93D87D41D5A0}" dt="2026-10-22T21:33:53.887" v="13885" actId="47"/>
        <pc:sldMkLst>
          <pc:docMk/>
          <pc:sldMk cId="2568031812" sldId="363"/>
        </pc:sldMkLst>
      </pc:sldChg>
      <pc:sldChg chg="delSp modSp add del mod modTransition addAnim delAnim modAnim modNotesTx">
        <pc:chgData name="Simon Fong" userId="0989948daaec8292" providerId="LiveId" clId="{F12E0490-60F3-4147-9D04-93D87D41D5A0}" dt="2026-10-22T20:46:08.199" v="13173" actId="47"/>
        <pc:sldMkLst>
          <pc:docMk/>
          <pc:sldMk cId="3583938646" sldId="363"/>
        </pc:sldMkLst>
        <pc:spChg chg="mod">
          <ac:chgData name="Simon Fong" userId="0989948daaec8292" providerId="LiveId" clId="{F12E0490-60F3-4147-9D04-93D87D41D5A0}" dt="2026-10-22T00:37:24.438" v="12397" actId="207"/>
          <ac:spMkLst>
            <pc:docMk/>
            <pc:sldMk cId="3583938646" sldId="363"/>
            <ac:spMk id="5" creationId="{7CE81FF4-820B-DA9C-D2EB-BB610C0B9C77}"/>
          </ac:spMkLst>
        </pc:spChg>
        <pc:spChg chg="mod">
          <ac:chgData name="Simon Fong" userId="0989948daaec8292" providerId="LiveId" clId="{F12E0490-60F3-4147-9D04-93D87D41D5A0}" dt="2026-10-22T00:36:11.171" v="12366" actId="6549"/>
          <ac:spMkLst>
            <pc:docMk/>
            <pc:sldMk cId="3583938646" sldId="363"/>
            <ac:spMk id="21" creationId="{0D5AC31B-3D50-11D5-6813-662410ABFBCC}"/>
          </ac:spMkLst>
        </pc:spChg>
        <pc:picChg chg="del">
          <ac:chgData name="Simon Fong" userId="0989948daaec8292" providerId="LiveId" clId="{F12E0490-60F3-4147-9D04-93D87D41D5A0}" dt="2026-10-22T00:35:47.275" v="12329" actId="478"/>
          <ac:picMkLst>
            <pc:docMk/>
            <pc:sldMk cId="3583938646" sldId="363"/>
            <ac:picMk id="3" creationId="{91B4F5B4-01ED-0249-704C-7347904EFC9A}"/>
          </ac:picMkLst>
        </pc:picChg>
      </pc:sldChg>
      <pc:sldChg chg="addSp modSp add del mod addAnim delAnim modAnim modNotesTx">
        <pc:chgData name="Simon Fong" userId="0989948daaec8292" providerId="LiveId" clId="{F12E0490-60F3-4147-9D04-93D87D41D5A0}" dt="2026-10-22T20:46:08.199" v="13173" actId="47"/>
        <pc:sldMkLst>
          <pc:docMk/>
          <pc:sldMk cId="407828345" sldId="364"/>
        </pc:sldMkLst>
        <pc:spChg chg="mod">
          <ac:chgData name="Simon Fong" userId="0989948daaec8292" providerId="LiveId" clId="{F12E0490-60F3-4147-9D04-93D87D41D5A0}" dt="2026-10-22T00:38:53.488" v="12448" actId="207"/>
          <ac:spMkLst>
            <pc:docMk/>
            <pc:sldMk cId="407828345" sldId="364"/>
            <ac:spMk id="5" creationId="{46690361-B4A0-378A-769B-5700CBE3DDE1}"/>
          </ac:spMkLst>
        </pc:spChg>
        <pc:spChg chg="mod">
          <ac:chgData name="Simon Fong" userId="0989948daaec8292" providerId="LiveId" clId="{F12E0490-60F3-4147-9D04-93D87D41D5A0}" dt="2026-10-22T00:38:11.077" v="12406"/>
          <ac:spMkLst>
            <pc:docMk/>
            <pc:sldMk cId="407828345" sldId="364"/>
            <ac:spMk id="21" creationId="{16D9CAB4-9021-E658-52C1-29CD153115F5}"/>
          </ac:spMkLst>
        </pc:spChg>
        <pc:picChg chg="add mod">
          <ac:chgData name="Simon Fong" userId="0989948daaec8292" providerId="LiveId" clId="{F12E0490-60F3-4147-9D04-93D87D41D5A0}" dt="2026-10-22T00:39:10.942" v="12451" actId="1076"/>
          <ac:picMkLst>
            <pc:docMk/>
            <pc:sldMk cId="407828345" sldId="364"/>
            <ac:picMk id="3" creationId="{D234B5A8-3337-0E9F-77AD-516D7B9FE54E}"/>
          </ac:picMkLst>
        </pc:picChg>
      </pc:sldChg>
      <pc:sldChg chg="addSp delSp modSp add mod modTransition addAnim delAnim modAnim">
        <pc:chgData name="Simon Fong" userId="0989948daaec8292" providerId="LiveId" clId="{F12E0490-60F3-4147-9D04-93D87D41D5A0}" dt="2026-10-23T00:11:29.833" v="15525"/>
        <pc:sldMkLst>
          <pc:docMk/>
          <pc:sldMk cId="2522285136" sldId="364"/>
        </pc:sldMkLst>
        <pc:spChg chg="mod">
          <ac:chgData name="Simon Fong" userId="0989948daaec8292" providerId="LiveId" clId="{F12E0490-60F3-4147-9D04-93D87D41D5A0}" dt="2026-10-22T21:54:01.137" v="14181" actId="20577"/>
          <ac:spMkLst>
            <pc:docMk/>
            <pc:sldMk cId="2522285136" sldId="364"/>
            <ac:spMk id="5" creationId="{A7DB90B4-EA1B-A4EE-1445-71C254DC567D}"/>
          </ac:spMkLst>
        </pc:spChg>
        <pc:picChg chg="add del mod modCrop">
          <ac:chgData name="Simon Fong" userId="0989948daaec8292" providerId="LiveId" clId="{F12E0490-60F3-4147-9D04-93D87D41D5A0}" dt="2026-10-22T21:45:56.806" v="14108" actId="478"/>
          <ac:picMkLst>
            <pc:docMk/>
            <pc:sldMk cId="2522285136" sldId="364"/>
            <ac:picMk id="12" creationId="{CCBCB25E-734D-9969-5C98-8AC26BE3D8C5}"/>
          </ac:picMkLst>
        </pc:picChg>
        <pc:picChg chg="add del mod modCrop">
          <ac:chgData name="Simon Fong" userId="0989948daaec8292" providerId="LiveId" clId="{F12E0490-60F3-4147-9D04-93D87D41D5A0}" dt="2026-10-22T21:45:57.569" v="14109" actId="478"/>
          <ac:picMkLst>
            <pc:docMk/>
            <pc:sldMk cId="2522285136" sldId="364"/>
            <ac:picMk id="15" creationId="{2FC60B6D-F6F0-8E9F-CD0A-195815E0EF65}"/>
          </ac:picMkLst>
        </pc:picChg>
        <pc:picChg chg="add mod">
          <ac:chgData name="Simon Fong" userId="0989948daaec8292" providerId="LiveId" clId="{F12E0490-60F3-4147-9D04-93D87D41D5A0}" dt="2026-10-22T21:54:04.534" v="14183" actId="1036"/>
          <ac:picMkLst>
            <pc:docMk/>
            <pc:sldMk cId="2522285136" sldId="364"/>
            <ac:picMk id="17" creationId="{45A8E994-1734-4FD2-FD01-DBF774B613C3}"/>
          </ac:picMkLst>
        </pc:picChg>
      </pc:sldChg>
      <pc:sldChg chg="modSp add del mod modTransition addAnim delAnim modAnim">
        <pc:chgData name="Simon Fong" userId="0989948daaec8292" providerId="LiveId" clId="{F12E0490-60F3-4147-9D04-93D87D41D5A0}" dt="2026-10-22T20:46:08.199" v="13173" actId="47"/>
        <pc:sldMkLst>
          <pc:docMk/>
          <pc:sldMk cId="723145510" sldId="365"/>
        </pc:sldMkLst>
        <pc:spChg chg="mod">
          <ac:chgData name="Simon Fong" userId="0989948daaec8292" providerId="LiveId" clId="{F12E0490-60F3-4147-9D04-93D87D41D5A0}" dt="2026-10-22T01:08:35.636" v="12481" actId="207"/>
          <ac:spMkLst>
            <pc:docMk/>
            <pc:sldMk cId="723145510" sldId="365"/>
            <ac:spMk id="5" creationId="{4C62939E-808A-CF29-D657-F70931C29AA0}"/>
          </ac:spMkLst>
        </pc:spChg>
        <pc:spChg chg="mod">
          <ac:chgData name="Simon Fong" userId="0989948daaec8292" providerId="LiveId" clId="{F12E0490-60F3-4147-9D04-93D87D41D5A0}" dt="2026-10-22T00:41:02.828" v="12453"/>
          <ac:spMkLst>
            <pc:docMk/>
            <pc:sldMk cId="723145510" sldId="365"/>
            <ac:spMk id="21" creationId="{89B965DA-85CD-BEAF-A30D-0FF98C18DCD3}"/>
          </ac:spMkLst>
        </pc:spChg>
        <pc:picChg chg="mod">
          <ac:chgData name="Simon Fong" userId="0989948daaec8292" providerId="LiveId" clId="{F12E0490-60F3-4147-9D04-93D87D41D5A0}" dt="2026-10-22T01:08:41.674" v="12483" actId="1076"/>
          <ac:picMkLst>
            <pc:docMk/>
            <pc:sldMk cId="723145510" sldId="365"/>
            <ac:picMk id="3" creationId="{0252FCE4-BFB8-C36A-2A6A-96B70298B575}"/>
          </ac:picMkLst>
        </pc:picChg>
      </pc:sldChg>
      <pc:sldChg chg="modSp add mod ord modTransition addAnim delAnim modAnim">
        <pc:chgData name="Simon Fong" userId="0989948daaec8292" providerId="LiveId" clId="{F12E0490-60F3-4147-9D04-93D87D41D5A0}" dt="2026-10-22T23:11:08.276" v="14871"/>
        <pc:sldMkLst>
          <pc:docMk/>
          <pc:sldMk cId="808248732" sldId="365"/>
        </pc:sldMkLst>
        <pc:spChg chg="mod">
          <ac:chgData name="Simon Fong" userId="0989948daaec8292" providerId="LiveId" clId="{F12E0490-60F3-4147-9D04-93D87D41D5A0}" dt="2026-10-22T21:53:38.652" v="14178" actId="255"/>
          <ac:spMkLst>
            <pc:docMk/>
            <pc:sldMk cId="808248732" sldId="365"/>
            <ac:spMk id="5" creationId="{56493DAE-F6EA-5721-9870-DE937B67C060}"/>
          </ac:spMkLst>
        </pc:spChg>
        <pc:picChg chg="mod">
          <ac:chgData name="Simon Fong" userId="0989948daaec8292" providerId="LiveId" clId="{F12E0490-60F3-4147-9D04-93D87D41D5A0}" dt="2026-10-22T23:09:50.968" v="14858" actId="1076"/>
          <ac:picMkLst>
            <pc:docMk/>
            <pc:sldMk cId="808248732" sldId="365"/>
            <ac:picMk id="15" creationId="{7DAA9408-F659-E0C4-99C1-7BB2D5E700B7}"/>
          </ac:picMkLst>
        </pc:picChg>
      </pc:sldChg>
      <pc:sldChg chg="addSp modSp add del mod modTransition addAnim delAnim modAnim modNotesTx">
        <pc:chgData name="Simon Fong" userId="0989948daaec8292" providerId="LiveId" clId="{F12E0490-60F3-4147-9D04-93D87D41D5A0}" dt="2026-10-22T20:46:08.199" v="13173" actId="47"/>
        <pc:sldMkLst>
          <pc:docMk/>
          <pc:sldMk cId="229267894" sldId="366"/>
        </pc:sldMkLst>
        <pc:spChg chg="add mod">
          <ac:chgData name="Simon Fong" userId="0989948daaec8292" providerId="LiveId" clId="{F12E0490-60F3-4147-9D04-93D87D41D5A0}" dt="2026-10-22T02:11:39.908" v="12981" actId="767"/>
          <ac:spMkLst>
            <pc:docMk/>
            <pc:sldMk cId="229267894" sldId="366"/>
            <ac:spMk id="2" creationId="{6C99036D-76C6-FE46-263A-77E3D4DF54B8}"/>
          </ac:spMkLst>
        </pc:spChg>
        <pc:spChg chg="mod">
          <ac:chgData name="Simon Fong" userId="0989948daaec8292" providerId="LiveId" clId="{F12E0490-60F3-4147-9D04-93D87D41D5A0}" dt="2026-10-22T01:18:29.834" v="12524" actId="20577"/>
          <ac:spMkLst>
            <pc:docMk/>
            <pc:sldMk cId="229267894" sldId="366"/>
            <ac:spMk id="5" creationId="{1B98B28E-8686-4568-74ED-69FE580C2BDA}"/>
          </ac:spMkLst>
        </pc:spChg>
        <pc:spChg chg="mod">
          <ac:chgData name="Simon Fong" userId="0989948daaec8292" providerId="LiveId" clId="{F12E0490-60F3-4147-9D04-93D87D41D5A0}" dt="2026-10-22T01:09:01.405" v="12485"/>
          <ac:spMkLst>
            <pc:docMk/>
            <pc:sldMk cId="229267894" sldId="366"/>
            <ac:spMk id="21" creationId="{A56FD3A5-050F-3DEE-DDB7-E8206667F978}"/>
          </ac:spMkLst>
        </pc:spChg>
        <pc:picChg chg="mod">
          <ac:chgData name="Simon Fong" userId="0989948daaec8292" providerId="LiveId" clId="{F12E0490-60F3-4147-9D04-93D87D41D5A0}" dt="2026-10-22T01:15:43.475" v="12512" actId="1076"/>
          <ac:picMkLst>
            <pc:docMk/>
            <pc:sldMk cId="229267894" sldId="366"/>
            <ac:picMk id="3" creationId="{BA409AFD-A735-C435-6E1A-FC10E67872D6}"/>
          </ac:picMkLst>
        </pc:picChg>
      </pc:sldChg>
      <pc:sldChg chg="addSp delSp modSp add mod ord addAnim delAnim modAnim">
        <pc:chgData name="Simon Fong" userId="0989948daaec8292" providerId="LiveId" clId="{F12E0490-60F3-4147-9D04-93D87D41D5A0}" dt="2026-10-22T23:13:45.707" v="14904"/>
        <pc:sldMkLst>
          <pc:docMk/>
          <pc:sldMk cId="2585813699" sldId="366"/>
        </pc:sldMkLst>
        <pc:spChg chg="mod">
          <ac:chgData name="Simon Fong" userId="0989948daaec8292" providerId="LiveId" clId="{F12E0490-60F3-4147-9D04-93D87D41D5A0}" dt="2026-10-22T21:56:19.985" v="14234" actId="207"/>
          <ac:spMkLst>
            <pc:docMk/>
            <pc:sldMk cId="2585813699" sldId="366"/>
            <ac:spMk id="5" creationId="{A32CA341-D85B-D6D0-ED6B-4571A9924C93}"/>
          </ac:spMkLst>
        </pc:spChg>
        <pc:picChg chg="del">
          <ac:chgData name="Simon Fong" userId="0989948daaec8292" providerId="LiveId" clId="{F12E0490-60F3-4147-9D04-93D87D41D5A0}" dt="2026-10-22T21:57:27.661" v="14236" actId="478"/>
          <ac:picMkLst>
            <pc:docMk/>
            <pc:sldMk cId="2585813699" sldId="366"/>
            <ac:picMk id="12" creationId="{ED626ED2-A0FD-7515-A417-E025D8EBFB9B}"/>
          </ac:picMkLst>
        </pc:picChg>
        <pc:picChg chg="add mod">
          <ac:chgData name="Simon Fong" userId="0989948daaec8292" providerId="LiveId" clId="{F12E0490-60F3-4147-9D04-93D87D41D5A0}" dt="2026-10-22T21:57:44.883" v="14239" actId="14100"/>
          <ac:picMkLst>
            <pc:docMk/>
            <pc:sldMk cId="2585813699" sldId="366"/>
            <ac:picMk id="14" creationId="{0BDA14F3-7243-8A50-C275-DC6D2902C1F1}"/>
          </ac:picMkLst>
        </pc:picChg>
        <pc:picChg chg="del">
          <ac:chgData name="Simon Fong" userId="0989948daaec8292" providerId="LiveId" clId="{F12E0490-60F3-4147-9D04-93D87D41D5A0}" dt="2026-10-22T21:57:27.022" v="14235" actId="478"/>
          <ac:picMkLst>
            <pc:docMk/>
            <pc:sldMk cId="2585813699" sldId="366"/>
            <ac:picMk id="15" creationId="{B0DDB96A-64CB-22C2-208D-B23887CBE063}"/>
          </ac:picMkLst>
        </pc:picChg>
      </pc:sldChg>
      <pc:sldChg chg="delSp modSp add del mod modTransition addAnim delAnim modAnim">
        <pc:chgData name="Simon Fong" userId="0989948daaec8292" providerId="LiveId" clId="{F12E0490-60F3-4147-9D04-93D87D41D5A0}" dt="2026-10-22T20:46:08.199" v="13173" actId="47"/>
        <pc:sldMkLst>
          <pc:docMk/>
          <pc:sldMk cId="2928084548" sldId="367"/>
        </pc:sldMkLst>
        <pc:spChg chg="mod">
          <ac:chgData name="Simon Fong" userId="0989948daaec8292" providerId="LiveId" clId="{F12E0490-60F3-4147-9D04-93D87D41D5A0}" dt="2026-10-22T01:18:48.936" v="12538" actId="6549"/>
          <ac:spMkLst>
            <pc:docMk/>
            <pc:sldMk cId="2928084548" sldId="367"/>
            <ac:spMk id="5" creationId="{9840040A-A3B1-8E53-2EFC-52B92947A5AA}"/>
          </ac:spMkLst>
        </pc:spChg>
        <pc:spChg chg="mod">
          <ac:chgData name="Simon Fong" userId="0989948daaec8292" providerId="LiveId" clId="{F12E0490-60F3-4147-9D04-93D87D41D5A0}" dt="2026-10-22T01:17:49.283" v="12522" actId="20577"/>
          <ac:spMkLst>
            <pc:docMk/>
            <pc:sldMk cId="2928084548" sldId="367"/>
            <ac:spMk id="21" creationId="{3713279F-ABCD-B09F-E503-0FC03E758CFA}"/>
          </ac:spMkLst>
        </pc:spChg>
        <pc:picChg chg="del">
          <ac:chgData name="Simon Fong" userId="0989948daaec8292" providerId="LiveId" clId="{F12E0490-60F3-4147-9D04-93D87D41D5A0}" dt="2026-10-22T02:14:01.525" v="13021" actId="478"/>
          <ac:picMkLst>
            <pc:docMk/>
            <pc:sldMk cId="2928084548" sldId="367"/>
            <ac:picMk id="3" creationId="{2CF6133A-8C7C-0470-2DC0-AC16D46D56D5}"/>
          </ac:picMkLst>
        </pc:picChg>
      </pc:sldChg>
      <pc:sldChg chg="addSp delSp modSp add mod ord modTransition addAnim delAnim modAnim">
        <pc:chgData name="Simon Fong" userId="0989948daaec8292" providerId="LiveId" clId="{F12E0490-60F3-4147-9D04-93D87D41D5A0}" dt="2026-10-23T00:12:44.908" v="15526"/>
        <pc:sldMkLst>
          <pc:docMk/>
          <pc:sldMk cId="4243627534" sldId="367"/>
        </pc:sldMkLst>
        <pc:spChg chg="mod">
          <ac:chgData name="Simon Fong" userId="0989948daaec8292" providerId="LiveId" clId="{F12E0490-60F3-4147-9D04-93D87D41D5A0}" dt="2026-10-22T21:59:44.413" v="14256" actId="20577"/>
          <ac:spMkLst>
            <pc:docMk/>
            <pc:sldMk cId="4243627534" sldId="367"/>
            <ac:spMk id="5" creationId="{E4F1C407-8B47-4295-7348-659A97938918}"/>
          </ac:spMkLst>
        </pc:spChg>
        <pc:picChg chg="add mod">
          <ac:chgData name="Simon Fong" userId="0989948daaec8292" providerId="LiveId" clId="{F12E0490-60F3-4147-9D04-93D87D41D5A0}" dt="2026-10-22T21:59:31.367" v="14252" actId="1076"/>
          <ac:picMkLst>
            <pc:docMk/>
            <pc:sldMk cId="4243627534" sldId="367"/>
            <ac:picMk id="12" creationId="{82FB05AB-EE65-360A-0433-69C2EBA4FE63}"/>
          </ac:picMkLst>
        </pc:picChg>
        <pc:picChg chg="del">
          <ac:chgData name="Simon Fong" userId="0989948daaec8292" providerId="LiveId" clId="{F12E0490-60F3-4147-9D04-93D87D41D5A0}" dt="2026-10-22T21:59:10.297" v="14250" actId="478"/>
          <ac:picMkLst>
            <pc:docMk/>
            <pc:sldMk cId="4243627534" sldId="367"/>
            <ac:picMk id="17" creationId="{6CE9711D-63D9-6C56-EE9D-D227AA286FC7}"/>
          </ac:picMkLst>
        </pc:picChg>
      </pc:sldChg>
      <pc:sldChg chg="delSp modSp add del mod modTransition addAnim delAnim modAnim">
        <pc:chgData name="Simon Fong" userId="0989948daaec8292" providerId="LiveId" clId="{F12E0490-60F3-4147-9D04-93D87D41D5A0}" dt="2026-10-22T20:46:08.199" v="13173" actId="47"/>
        <pc:sldMkLst>
          <pc:docMk/>
          <pc:sldMk cId="1370512921" sldId="368"/>
        </pc:sldMkLst>
        <pc:spChg chg="mod">
          <ac:chgData name="Simon Fong" userId="0989948daaec8292" providerId="LiveId" clId="{F12E0490-60F3-4147-9D04-93D87D41D5A0}" dt="2026-10-22T02:16:03.762" v="13062" actId="207"/>
          <ac:spMkLst>
            <pc:docMk/>
            <pc:sldMk cId="1370512921" sldId="368"/>
            <ac:spMk id="5" creationId="{8DBD33DF-1A56-015C-4D6A-1FF693D4BCE1}"/>
          </ac:spMkLst>
        </pc:spChg>
        <pc:spChg chg="mod">
          <ac:chgData name="Simon Fong" userId="0989948daaec8292" providerId="LiveId" clId="{F12E0490-60F3-4147-9D04-93D87D41D5A0}" dt="2026-10-22T01:20:58.261" v="12540"/>
          <ac:spMkLst>
            <pc:docMk/>
            <pc:sldMk cId="1370512921" sldId="368"/>
            <ac:spMk id="21" creationId="{1D76C571-828D-D385-B034-E3829FED7774}"/>
          </ac:spMkLst>
        </pc:spChg>
        <pc:picChg chg="del">
          <ac:chgData name="Simon Fong" userId="0989948daaec8292" providerId="LiveId" clId="{F12E0490-60F3-4147-9D04-93D87D41D5A0}" dt="2026-10-22T01:22:34.227" v="12541" actId="478"/>
          <ac:picMkLst>
            <pc:docMk/>
            <pc:sldMk cId="1370512921" sldId="368"/>
            <ac:picMk id="3" creationId="{2C7BAA10-23BD-05F3-B032-AD2420447DA0}"/>
          </ac:picMkLst>
        </pc:picChg>
      </pc:sldChg>
      <pc:sldChg chg="addSp modSp add mod ord modTransition addAnim delAnim modAnim modNotesTx">
        <pc:chgData name="Simon Fong" userId="0989948daaec8292" providerId="LiveId" clId="{F12E0490-60F3-4147-9D04-93D87D41D5A0}" dt="2026-10-23T00:19:34.943" v="15536" actId="20577"/>
        <pc:sldMkLst>
          <pc:docMk/>
          <pc:sldMk cId="3918070127" sldId="368"/>
        </pc:sldMkLst>
        <pc:spChg chg="mod">
          <ac:chgData name="Simon Fong" userId="0989948daaec8292" providerId="LiveId" clId="{F12E0490-60F3-4147-9D04-93D87D41D5A0}" dt="2026-10-22T23:21:28.426" v="14961" actId="5793"/>
          <ac:spMkLst>
            <pc:docMk/>
            <pc:sldMk cId="3918070127" sldId="368"/>
            <ac:spMk id="5" creationId="{638BA86A-ECCB-97D5-33B7-E3984019FDD9}"/>
          </ac:spMkLst>
        </pc:spChg>
        <pc:picChg chg="mod">
          <ac:chgData name="Simon Fong" userId="0989948daaec8292" providerId="LiveId" clId="{F12E0490-60F3-4147-9D04-93D87D41D5A0}" dt="2026-10-22T23:20:33.640" v="14952" actId="554"/>
          <ac:picMkLst>
            <pc:docMk/>
            <pc:sldMk cId="3918070127" sldId="368"/>
            <ac:picMk id="8" creationId="{A4B137F7-7320-7CB4-5317-27DAEFCD3F9D}"/>
          </ac:picMkLst>
        </pc:picChg>
        <pc:picChg chg="add mod">
          <ac:chgData name="Simon Fong" userId="0989948daaec8292" providerId="LiveId" clId="{F12E0490-60F3-4147-9D04-93D87D41D5A0}" dt="2026-10-22T22:01:54.273" v="14311" actId="1037"/>
          <ac:picMkLst>
            <pc:docMk/>
            <pc:sldMk cId="3918070127" sldId="368"/>
            <ac:picMk id="12" creationId="{CBF6C358-8974-E7BE-B3D2-B38D9026AACE}"/>
          </ac:picMkLst>
        </pc:picChg>
        <pc:picChg chg="mod">
          <ac:chgData name="Simon Fong" userId="0989948daaec8292" providerId="LiveId" clId="{F12E0490-60F3-4147-9D04-93D87D41D5A0}" dt="2026-10-22T22:01:48.271" v="14300" actId="554"/>
          <ac:picMkLst>
            <pc:docMk/>
            <pc:sldMk cId="3918070127" sldId="368"/>
            <ac:picMk id="13" creationId="{629130AA-E143-8E1E-7822-4EF66A28A26F}"/>
          </ac:picMkLst>
        </pc:picChg>
        <pc:picChg chg="add mod">
          <ac:chgData name="Simon Fong" userId="0989948daaec8292" providerId="LiveId" clId="{F12E0490-60F3-4147-9D04-93D87D41D5A0}" dt="2026-10-22T23:20:33.640" v="14952" actId="554"/>
          <ac:picMkLst>
            <pc:docMk/>
            <pc:sldMk cId="3918070127" sldId="368"/>
            <ac:picMk id="15" creationId="{D02F2D68-8D34-08B0-5930-68B0CB88A4B4}"/>
          </ac:picMkLst>
        </pc:picChg>
      </pc:sldChg>
      <pc:sldChg chg="addSp modSp add mod modTransition addAnim delAnim modAnim">
        <pc:chgData name="Simon Fong" userId="0989948daaec8292" providerId="LiveId" clId="{F12E0490-60F3-4147-9D04-93D87D41D5A0}" dt="2026-10-22T23:22:04.618" v="14976"/>
        <pc:sldMkLst>
          <pc:docMk/>
          <pc:sldMk cId="661656855" sldId="369"/>
        </pc:sldMkLst>
        <pc:spChg chg="mod">
          <ac:chgData name="Simon Fong" userId="0989948daaec8292" providerId="LiveId" clId="{F12E0490-60F3-4147-9D04-93D87D41D5A0}" dt="2026-10-22T22:04:19.364" v="14339" actId="207"/>
          <ac:spMkLst>
            <pc:docMk/>
            <pc:sldMk cId="661656855" sldId="369"/>
            <ac:spMk id="5" creationId="{FE3480AF-96B7-A780-20BE-1C9B531FB2F4}"/>
          </ac:spMkLst>
        </pc:spChg>
        <pc:picChg chg="add mod modCrop">
          <ac:chgData name="Simon Fong" userId="0989948daaec8292" providerId="LiveId" clId="{F12E0490-60F3-4147-9D04-93D87D41D5A0}" dt="2026-10-22T22:05:25.348" v="14344" actId="14100"/>
          <ac:picMkLst>
            <pc:docMk/>
            <pc:sldMk cId="661656855" sldId="369"/>
            <ac:picMk id="14" creationId="{BECB40E5-0833-9DA8-6278-FADEE6E834F9}"/>
          </ac:picMkLst>
        </pc:picChg>
      </pc:sldChg>
      <pc:sldChg chg="modSp add del mod modTransition addAnim delAnim modAnim">
        <pc:chgData name="Simon Fong" userId="0989948daaec8292" providerId="LiveId" clId="{F12E0490-60F3-4147-9D04-93D87D41D5A0}" dt="2026-10-22T20:46:08.199" v="13173" actId="47"/>
        <pc:sldMkLst>
          <pc:docMk/>
          <pc:sldMk cId="2037759464" sldId="369"/>
        </pc:sldMkLst>
        <pc:spChg chg="mod">
          <ac:chgData name="Simon Fong" userId="0989948daaec8292" providerId="LiveId" clId="{F12E0490-60F3-4147-9D04-93D87D41D5A0}" dt="2026-10-22T02:18:03.179" v="13088" actId="207"/>
          <ac:spMkLst>
            <pc:docMk/>
            <pc:sldMk cId="2037759464" sldId="369"/>
            <ac:spMk id="5" creationId="{FCFFCBF7-FE75-AE27-2045-C44101088BD7}"/>
          </ac:spMkLst>
        </pc:spChg>
        <pc:spChg chg="mod">
          <ac:chgData name="Simon Fong" userId="0989948daaec8292" providerId="LiveId" clId="{F12E0490-60F3-4147-9D04-93D87D41D5A0}" dt="2026-10-22T01:23:42.004" v="12582"/>
          <ac:spMkLst>
            <pc:docMk/>
            <pc:sldMk cId="2037759464" sldId="369"/>
            <ac:spMk id="21" creationId="{66C9C005-FA52-448E-ACD3-F801D0E9DA66}"/>
          </ac:spMkLst>
        </pc:spChg>
      </pc:sldChg>
      <pc:sldChg chg="delSp modSp add del mod modTransition addAnim delAnim modAnim">
        <pc:chgData name="Simon Fong" userId="0989948daaec8292" providerId="LiveId" clId="{F12E0490-60F3-4147-9D04-93D87D41D5A0}" dt="2026-10-22T20:46:08.199" v="13173" actId="47"/>
        <pc:sldMkLst>
          <pc:docMk/>
          <pc:sldMk cId="390275752" sldId="370"/>
        </pc:sldMkLst>
        <pc:spChg chg="mod">
          <ac:chgData name="Simon Fong" userId="0989948daaec8292" providerId="LiveId" clId="{F12E0490-60F3-4147-9D04-93D87D41D5A0}" dt="2026-10-22T01:26:38.438" v="12650" actId="207"/>
          <ac:spMkLst>
            <pc:docMk/>
            <pc:sldMk cId="390275752" sldId="370"/>
            <ac:spMk id="5" creationId="{F7791108-7664-E113-6D70-608BFC6EC011}"/>
          </ac:spMkLst>
        </pc:spChg>
        <pc:spChg chg="mod">
          <ac:chgData name="Simon Fong" userId="0989948daaec8292" providerId="LiveId" clId="{F12E0490-60F3-4147-9D04-93D87D41D5A0}" dt="2026-10-22T01:25:37.900" v="12624" actId="20577"/>
          <ac:spMkLst>
            <pc:docMk/>
            <pc:sldMk cId="390275752" sldId="370"/>
            <ac:spMk id="21" creationId="{0ED9E40A-9860-60B7-333F-386C0015A948}"/>
          </ac:spMkLst>
        </pc:spChg>
        <pc:picChg chg="del">
          <ac:chgData name="Simon Fong" userId="0989948daaec8292" providerId="LiveId" clId="{F12E0490-60F3-4147-9D04-93D87D41D5A0}" dt="2026-10-22T01:25:32.918" v="12618" actId="478"/>
          <ac:picMkLst>
            <pc:docMk/>
            <pc:sldMk cId="390275752" sldId="370"/>
            <ac:picMk id="4" creationId="{AD865109-E96D-70B3-02E6-6B3901F0AAB2}"/>
          </ac:picMkLst>
        </pc:picChg>
      </pc:sldChg>
      <pc:sldChg chg="addSp delSp modSp add mod addAnim delAnim modAnim modNotesTx">
        <pc:chgData name="Simon Fong" userId="0989948daaec8292" providerId="LiveId" clId="{F12E0490-60F3-4147-9D04-93D87D41D5A0}" dt="2026-10-23T00:20:18.561" v="15538" actId="20577"/>
        <pc:sldMkLst>
          <pc:docMk/>
          <pc:sldMk cId="1757453587" sldId="370"/>
        </pc:sldMkLst>
        <pc:spChg chg="mod">
          <ac:chgData name="Simon Fong" userId="0989948daaec8292" providerId="LiveId" clId="{F12E0490-60F3-4147-9D04-93D87D41D5A0}" dt="2026-10-22T22:06:58.084" v="14360" actId="6549"/>
          <ac:spMkLst>
            <pc:docMk/>
            <pc:sldMk cId="1757453587" sldId="370"/>
            <ac:spMk id="5" creationId="{2EBA1228-B1F6-24BD-8D94-0C7888C2BEFE}"/>
          </ac:spMkLst>
        </pc:spChg>
        <pc:picChg chg="del">
          <ac:chgData name="Simon Fong" userId="0989948daaec8292" providerId="LiveId" clId="{F12E0490-60F3-4147-9D04-93D87D41D5A0}" dt="2026-10-22T22:08:38.239" v="14361" actId="478"/>
          <ac:picMkLst>
            <pc:docMk/>
            <pc:sldMk cId="1757453587" sldId="370"/>
            <ac:picMk id="14" creationId="{4ED33AA4-45DC-697A-BA4F-5F9E0CA90938}"/>
          </ac:picMkLst>
        </pc:picChg>
        <pc:picChg chg="add mod modCrop">
          <ac:chgData name="Simon Fong" userId="0989948daaec8292" providerId="LiveId" clId="{F12E0490-60F3-4147-9D04-93D87D41D5A0}" dt="2026-10-22T23:22:51.019" v="14980" actId="732"/>
          <ac:picMkLst>
            <pc:docMk/>
            <pc:sldMk cId="1757453587" sldId="370"/>
            <ac:picMk id="15" creationId="{CFD6FC80-E605-EECD-2DB9-0C3BD3547763}"/>
          </ac:picMkLst>
        </pc:picChg>
      </pc:sldChg>
      <pc:sldChg chg="addSp delSp modSp add mod modTransition addAnim delAnim modAnim">
        <pc:chgData name="Simon Fong" userId="0989948daaec8292" providerId="LiveId" clId="{F12E0490-60F3-4147-9D04-93D87D41D5A0}" dt="2026-10-23T00:14:21.446" v="15535"/>
        <pc:sldMkLst>
          <pc:docMk/>
          <pc:sldMk cId="3987069449" sldId="371"/>
        </pc:sldMkLst>
        <pc:spChg chg="mod">
          <ac:chgData name="Simon Fong" userId="0989948daaec8292" providerId="LiveId" clId="{F12E0490-60F3-4147-9D04-93D87D41D5A0}" dt="2026-10-22T22:10:40.065" v="14390" actId="207"/>
          <ac:spMkLst>
            <pc:docMk/>
            <pc:sldMk cId="3987069449" sldId="371"/>
            <ac:spMk id="5" creationId="{8475030C-2238-C29C-E1FD-55AD9EC6B207}"/>
          </ac:spMkLst>
        </pc:spChg>
        <pc:picChg chg="add mod modCrop">
          <ac:chgData name="Simon Fong" userId="0989948daaec8292" providerId="LiveId" clId="{F12E0490-60F3-4147-9D04-93D87D41D5A0}" dt="2026-10-22T22:11:44.593" v="14400" actId="14100"/>
          <ac:picMkLst>
            <pc:docMk/>
            <pc:sldMk cId="3987069449" sldId="371"/>
            <ac:picMk id="14" creationId="{67A65D06-315A-2073-EEFA-E1A48694E281}"/>
          </ac:picMkLst>
        </pc:picChg>
        <pc:picChg chg="del">
          <ac:chgData name="Simon Fong" userId="0989948daaec8292" providerId="LiveId" clId="{F12E0490-60F3-4147-9D04-93D87D41D5A0}" dt="2026-10-22T22:09:26.385" v="14368" actId="478"/>
          <ac:picMkLst>
            <pc:docMk/>
            <pc:sldMk cId="3987069449" sldId="371"/>
            <ac:picMk id="15" creationId="{A44AFB37-C400-42FF-2E4E-B0437DD162C5}"/>
          </ac:picMkLst>
        </pc:picChg>
      </pc:sldChg>
      <pc:sldChg chg="addSp delSp modSp add mod modTransition addAnim delAnim modAnim">
        <pc:chgData name="Simon Fong" userId="0989948daaec8292" providerId="LiveId" clId="{F12E0490-60F3-4147-9D04-93D87D41D5A0}" dt="2026-10-22T23:25:42.626" v="15027" actId="554"/>
        <pc:sldMkLst>
          <pc:docMk/>
          <pc:sldMk cId="600247718" sldId="372"/>
        </pc:sldMkLst>
        <pc:spChg chg="mod">
          <ac:chgData name="Simon Fong" userId="0989948daaec8292" providerId="LiveId" clId="{F12E0490-60F3-4147-9D04-93D87D41D5A0}" dt="2026-10-22T22:12:52.103" v="14516" actId="207"/>
          <ac:spMkLst>
            <pc:docMk/>
            <pc:sldMk cId="600247718" sldId="372"/>
            <ac:spMk id="5" creationId="{C80C8BDB-1AE6-F8A7-E1CD-0F8948DD3459}"/>
          </ac:spMkLst>
        </pc:spChg>
        <pc:picChg chg="mod">
          <ac:chgData name="Simon Fong" userId="0989948daaec8292" providerId="LiveId" clId="{F12E0490-60F3-4147-9D04-93D87D41D5A0}" dt="2026-10-22T23:25:42.626" v="15027" actId="554"/>
          <ac:picMkLst>
            <pc:docMk/>
            <pc:sldMk cId="600247718" sldId="372"/>
            <ac:picMk id="3" creationId="{2641067F-3FCC-4E6A-5176-D2C4BABBF563}"/>
          </ac:picMkLst>
        </pc:picChg>
        <pc:picChg chg="mod">
          <ac:chgData name="Simon Fong" userId="0989948daaec8292" providerId="LiveId" clId="{F12E0490-60F3-4147-9D04-93D87D41D5A0}" dt="2026-10-22T22:13:46.584" v="14520" actId="554"/>
          <ac:picMkLst>
            <pc:docMk/>
            <pc:sldMk cId="600247718" sldId="372"/>
            <ac:picMk id="12" creationId="{5CADD581-B99C-08BC-0B71-CDBD83798838}"/>
          </ac:picMkLst>
        </pc:picChg>
        <pc:picChg chg="del">
          <ac:chgData name="Simon Fong" userId="0989948daaec8292" providerId="LiveId" clId="{F12E0490-60F3-4147-9D04-93D87D41D5A0}" dt="2026-10-22T22:12:08.953" v="14402" actId="478"/>
          <ac:picMkLst>
            <pc:docMk/>
            <pc:sldMk cId="600247718" sldId="372"/>
            <ac:picMk id="14" creationId="{6068FE16-10EB-20CA-6984-02BEA4AACE77}"/>
          </ac:picMkLst>
        </pc:picChg>
        <pc:picChg chg="add mod">
          <ac:chgData name="Simon Fong" userId="0989948daaec8292" providerId="LiveId" clId="{F12E0490-60F3-4147-9D04-93D87D41D5A0}" dt="2026-10-22T22:13:50.807" v="14525" actId="1038"/>
          <ac:picMkLst>
            <pc:docMk/>
            <pc:sldMk cId="600247718" sldId="372"/>
            <ac:picMk id="15" creationId="{6AAACE60-8FE1-312E-0EB5-F1FF1332111E}"/>
          </ac:picMkLst>
        </pc:picChg>
        <pc:picChg chg="add mod">
          <ac:chgData name="Simon Fong" userId="0989948daaec8292" providerId="LiveId" clId="{F12E0490-60F3-4147-9D04-93D87D41D5A0}" dt="2026-10-22T23:25:42.626" v="15027" actId="554"/>
          <ac:picMkLst>
            <pc:docMk/>
            <pc:sldMk cId="600247718" sldId="372"/>
            <ac:picMk id="17" creationId="{3CD96839-11C9-A24D-89EE-7F0C44B85251}"/>
          </ac:picMkLst>
        </pc:picChg>
      </pc:sldChg>
      <pc:sldChg chg="addSp delSp modSp add mod ord modTransition addAnim delAnim modAnim modNotesTx">
        <pc:chgData name="Simon Fong" userId="0989948daaec8292" providerId="LiveId" clId="{F12E0490-60F3-4147-9D04-93D87D41D5A0}" dt="2026-10-23T00:23:28.669" v="15559" actId="6549"/>
        <pc:sldMkLst>
          <pc:docMk/>
          <pc:sldMk cId="1155343946" sldId="373"/>
        </pc:sldMkLst>
        <pc:spChg chg="mod">
          <ac:chgData name="Simon Fong" userId="0989948daaec8292" providerId="LiveId" clId="{F12E0490-60F3-4147-9D04-93D87D41D5A0}" dt="2026-10-23T00:23:28.669" v="15559" actId="6549"/>
          <ac:spMkLst>
            <pc:docMk/>
            <pc:sldMk cId="1155343946" sldId="373"/>
            <ac:spMk id="2" creationId="{0731DA50-B220-92CB-1B59-81121C1C4F25}"/>
          </ac:spMkLst>
        </pc:spChg>
        <pc:spChg chg="mod">
          <ac:chgData name="Simon Fong" userId="0989948daaec8292" providerId="LiveId" clId="{F12E0490-60F3-4147-9D04-93D87D41D5A0}" dt="2026-10-22T22:14:47.928" v="14532" actId="6549"/>
          <ac:spMkLst>
            <pc:docMk/>
            <pc:sldMk cId="1155343946" sldId="373"/>
            <ac:spMk id="5" creationId="{0E3FC0EE-28D1-13FD-245F-05B4B07A74B8}"/>
          </ac:spMkLst>
        </pc:spChg>
        <pc:spChg chg="add mod">
          <ac:chgData name="Simon Fong" userId="0989948daaec8292" providerId="LiveId" clId="{F12E0490-60F3-4147-9D04-93D87D41D5A0}" dt="2026-10-22T23:55:50.498" v="15120" actId="1582"/>
          <ac:spMkLst>
            <pc:docMk/>
            <pc:sldMk cId="1155343946" sldId="373"/>
            <ac:spMk id="7" creationId="{EAA84040-3CF9-8B56-B68C-B6053AD4729E}"/>
          </ac:spMkLst>
        </pc:spChg>
        <pc:graphicFrameChg chg="add del mod modGraphic">
          <ac:chgData name="Simon Fong" userId="0989948daaec8292" providerId="LiveId" clId="{F12E0490-60F3-4147-9D04-93D87D41D5A0}" dt="2026-10-22T23:54:32.053" v="15111" actId="478"/>
          <ac:graphicFrameMkLst>
            <pc:docMk/>
            <pc:sldMk cId="1155343946" sldId="373"/>
            <ac:graphicFrameMk id="3" creationId="{1D568389-001F-22C7-66B2-47304E5B327B}"/>
          </ac:graphicFrameMkLst>
        </pc:graphicFrameChg>
        <pc:picChg chg="add mod">
          <ac:chgData name="Simon Fong" userId="0989948daaec8292" providerId="LiveId" clId="{F12E0490-60F3-4147-9D04-93D87D41D5A0}" dt="2026-10-22T23:54:57.399" v="15114" actId="1076"/>
          <ac:picMkLst>
            <pc:docMk/>
            <pc:sldMk cId="1155343946" sldId="373"/>
            <ac:picMk id="6" creationId="{301255C7-ACAE-E0E7-4D85-B86ABA60517C}"/>
          </ac:picMkLst>
        </pc:picChg>
      </pc:sldChg>
      <pc:sldChg chg="addSp delSp modSp add mod">
        <pc:chgData name="Simon Fong" userId="0989948daaec8292" providerId="LiveId" clId="{F12E0490-60F3-4147-9D04-93D87D41D5A0}" dt="2026-10-22T22:21:29.108" v="14603" actId="207"/>
        <pc:sldMkLst>
          <pc:docMk/>
          <pc:sldMk cId="4094139185" sldId="374"/>
        </pc:sldMkLst>
        <pc:spChg chg="mod">
          <ac:chgData name="Simon Fong" userId="0989948daaec8292" providerId="LiveId" clId="{F12E0490-60F3-4147-9D04-93D87D41D5A0}" dt="2026-10-22T22:19:32.359" v="14582"/>
          <ac:spMkLst>
            <pc:docMk/>
            <pc:sldMk cId="4094139185" sldId="374"/>
            <ac:spMk id="2" creationId="{1548B5BF-F2FC-3410-5554-0460F7CED9F9}"/>
          </ac:spMkLst>
        </pc:spChg>
        <pc:spChg chg="add mod">
          <ac:chgData name="Simon Fong" userId="0989948daaec8292" providerId="LiveId" clId="{F12E0490-60F3-4147-9D04-93D87D41D5A0}" dt="2026-10-22T22:21:29.108" v="14603" actId="207"/>
          <ac:spMkLst>
            <pc:docMk/>
            <pc:sldMk cId="4094139185" sldId="374"/>
            <ac:spMk id="4" creationId="{DF51A859-11F6-FFF0-CD48-0762F6016477}"/>
          </ac:spMkLst>
        </pc:spChg>
        <pc:graphicFrameChg chg="del">
          <ac:chgData name="Simon Fong" userId="0989948daaec8292" providerId="LiveId" clId="{F12E0490-60F3-4147-9D04-93D87D41D5A0}" dt="2026-10-22T22:19:24.360" v="14581" actId="478"/>
          <ac:graphicFrameMkLst>
            <pc:docMk/>
            <pc:sldMk cId="4094139185" sldId="374"/>
            <ac:graphicFrameMk id="3" creationId="{7E89BA34-28D9-2664-8899-EE666C15CA29}"/>
          </ac:graphicFrameMkLst>
        </pc:graphicFrameChg>
      </pc:sldChg>
      <pc:sldChg chg="modSp add mod modTransition modNotesTx">
        <pc:chgData name="Simon Fong" userId="0989948daaec8292" providerId="LiveId" clId="{F12E0490-60F3-4147-9D04-93D87D41D5A0}" dt="2026-10-23T00:28:29.267" v="15581" actId="12385"/>
        <pc:sldMkLst>
          <pc:docMk/>
          <pc:sldMk cId="581405059" sldId="375"/>
        </pc:sldMkLst>
        <pc:spChg chg="mod">
          <ac:chgData name="Simon Fong" userId="0989948daaec8292" providerId="LiveId" clId="{F12E0490-60F3-4147-9D04-93D87D41D5A0}" dt="2026-10-23T00:04:06.447" v="15504" actId="20577"/>
          <ac:spMkLst>
            <pc:docMk/>
            <pc:sldMk cId="581405059" sldId="375"/>
            <ac:spMk id="2" creationId="{C0B6486F-1461-D4B6-E55E-DAE277D527A2}"/>
          </ac:spMkLst>
        </pc:spChg>
        <pc:graphicFrameChg chg="modGraphic">
          <ac:chgData name="Simon Fong" userId="0989948daaec8292" providerId="LiveId" clId="{F12E0490-60F3-4147-9D04-93D87D41D5A0}" dt="2026-10-23T00:28:29.267" v="15581" actId="12385"/>
          <ac:graphicFrameMkLst>
            <pc:docMk/>
            <pc:sldMk cId="581405059" sldId="375"/>
            <ac:graphicFrameMk id="3" creationId="{3D80DF60-FDCE-8A2B-43B7-B6A0D0DD1EDA}"/>
          </ac:graphicFrameMkLst>
        </pc:graphicFrameChg>
      </pc:sldChg>
      <pc:sldChg chg="modSp add mod modTransition modAnim modNotesTx">
        <pc:chgData name="Simon Fong" userId="0989948daaec8292" providerId="LiveId" clId="{F12E0490-60F3-4147-9D04-93D87D41D5A0}" dt="2026-10-23T00:23:33.078" v="15560" actId="20577"/>
        <pc:sldMkLst>
          <pc:docMk/>
          <pc:sldMk cId="2472096788" sldId="376"/>
        </pc:sldMkLst>
        <pc:spChg chg="mod">
          <ac:chgData name="Simon Fong" userId="0989948daaec8292" providerId="LiveId" clId="{F12E0490-60F3-4147-9D04-93D87D41D5A0}" dt="2026-10-23T00:23:33.078" v="15560" actId="20577"/>
          <ac:spMkLst>
            <pc:docMk/>
            <pc:sldMk cId="2472096788" sldId="376"/>
            <ac:spMk id="2" creationId="{E15235E8-3032-DDD0-C013-F5FC4FB303FC}"/>
          </ac:spMkLst>
        </pc:spChg>
        <pc:spChg chg="mod">
          <ac:chgData name="Simon Fong" userId="0989948daaec8292" providerId="LiveId" clId="{F12E0490-60F3-4147-9D04-93D87D41D5A0}" dt="2026-10-22T23:58:08.797" v="15265" actId="14100"/>
          <ac:spMkLst>
            <pc:docMk/>
            <pc:sldMk cId="2472096788" sldId="376"/>
            <ac:spMk id="7" creationId="{084382BE-53ED-3387-07CC-997D552AB5BB}"/>
          </ac:spMkLst>
        </pc:spChg>
      </pc:sldChg>
      <pc:sldChg chg="modSp add mod modTransition modNotesTx">
        <pc:chgData name="Simon Fong" userId="0989948daaec8292" providerId="LiveId" clId="{F12E0490-60F3-4147-9D04-93D87D41D5A0}" dt="2026-10-23T00:23:37.117" v="15561" actId="6549"/>
        <pc:sldMkLst>
          <pc:docMk/>
          <pc:sldMk cId="1571470033" sldId="377"/>
        </pc:sldMkLst>
        <pc:spChg chg="mod">
          <ac:chgData name="Simon Fong" userId="0989948daaec8292" providerId="LiveId" clId="{F12E0490-60F3-4147-9D04-93D87D41D5A0}" dt="2026-10-23T00:23:37.117" v="15561" actId="6549"/>
          <ac:spMkLst>
            <pc:docMk/>
            <pc:sldMk cId="1571470033" sldId="377"/>
            <ac:spMk id="2" creationId="{572282AD-42B5-554C-4AEA-17DF35D8D0DA}"/>
          </ac:spMkLst>
        </pc:spChg>
        <pc:spChg chg="mod">
          <ac:chgData name="Simon Fong" userId="0989948daaec8292" providerId="LiveId" clId="{F12E0490-60F3-4147-9D04-93D87D41D5A0}" dt="2026-10-23T00:01:26.693" v="15410" actId="14100"/>
          <ac:spMkLst>
            <pc:docMk/>
            <pc:sldMk cId="1571470033" sldId="377"/>
            <ac:spMk id="7" creationId="{956B4BF3-AAD6-E1D2-CC33-D769B8958A9E}"/>
          </ac:spMkLst>
        </pc:spChg>
      </pc:sldChg>
      <pc:sldChg chg="modSp add mod modTransition modNotesTx">
        <pc:chgData name="Simon Fong" userId="0989948daaec8292" providerId="LiveId" clId="{F12E0490-60F3-4147-9D04-93D87D41D5A0}" dt="2026-10-23T00:23:41.021" v="15562" actId="6549"/>
        <pc:sldMkLst>
          <pc:docMk/>
          <pc:sldMk cId="1358887583" sldId="378"/>
        </pc:sldMkLst>
        <pc:spChg chg="mod">
          <ac:chgData name="Simon Fong" userId="0989948daaec8292" providerId="LiveId" clId="{F12E0490-60F3-4147-9D04-93D87D41D5A0}" dt="2026-10-23T00:23:41.021" v="15562" actId="6549"/>
          <ac:spMkLst>
            <pc:docMk/>
            <pc:sldMk cId="1358887583" sldId="378"/>
            <ac:spMk id="2" creationId="{59D8D74B-F8CE-6C3B-899B-6ED5BFB79D52}"/>
          </ac:spMkLst>
        </pc:spChg>
        <pc:spChg chg="mod">
          <ac:chgData name="Simon Fong" userId="0989948daaec8292" providerId="LiveId" clId="{F12E0490-60F3-4147-9D04-93D87D41D5A0}" dt="2026-10-23T00:02:39.440" v="15489" actId="1038"/>
          <ac:spMkLst>
            <pc:docMk/>
            <pc:sldMk cId="1358887583" sldId="378"/>
            <ac:spMk id="7" creationId="{E14CA558-73DB-7A8B-F751-CD3019F663C5}"/>
          </ac:spMkLst>
        </pc:spChg>
      </pc:sldChg>
      <pc:sldMasterChg chg="setBg modSldLayout">
        <pc:chgData name="Simon Fong" userId="0989948daaec8292" providerId="LiveId" clId="{F12E0490-60F3-4147-9D04-93D87D41D5A0}" dt="2026-10-20T23:45:54.116" v="5417"/>
        <pc:sldMasterMkLst>
          <pc:docMk/>
          <pc:sldMasterMk cId="1665112790" sldId="2147483759"/>
        </pc:sldMasterMkLst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3497200525" sldId="2147483760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2222384926" sldId="2147483761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3424830979" sldId="2147483762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2336630391" sldId="2147483763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3336070296" sldId="2147483764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117942018" sldId="2147483765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3388594335" sldId="2147483766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1224422293" sldId="2147483767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2828374964" sldId="2147483768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1446437269" sldId="2147483769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3096441000" sldId="2147483770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1697300382" sldId="214748377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5C3641-D97D-4221-8E4A-4CE191803EE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943C2D-F906-40B9-A627-61546CDC675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36864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205625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pod is quarantined, but the weaknesses remain. The security specialist now hardens each layer and tests the controls.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509760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application does not need this cloud access. The specialist removes the broad IAM role used in the attack.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049358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C6A9F-8C22-500F-CE6B-41673FF3E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8ED7B9-49BD-C909-6A04-F270AC7240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793554-FB95-18B0-D2B0-0F39682F0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Removing the annotation stops new application pods from receiving the previous IRSA identity configuration.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F66A71-23E7-0310-295B-489B69935E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615762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24EB5-BFAF-7655-A9D5-18DC029C8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FE1009-49DE-70E9-47B0-5C85276C95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C6E5A1-F71C-979E-265A-C2CDB12F42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app remains exploitable, but the replay script cannot find the IRSA identity it previously used to access cloud secrets.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34A099-BED3-0C07-4B74-B1A9FAAB2F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474710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CE72F-D9B4-7CE2-904A-D80641F83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A6429D-0B1C-C2FE-0861-4D5B2F90E8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B3584B-F91A-A262-7E43-292302DE0F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Cloud hardening blocks the demonstrated IRSA path. 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Next, the specialist restricts the workload's access inside the cluster.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06A423-9010-3ACC-77E8-BAE02F0507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972946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E09FB-14F8-7621-5288-FE3C7DCC7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BF5FE5-BDF0-90EB-3801-D93BFCB103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D073BF-726F-FFB1-E49D-A4152464EA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specialist removes broad secret-read permissions, limiting the Kubernetes service account to the access this workload needs.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AB7EBD-EFDF-AC0C-9F95-2C869E60B3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050563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C8472-BEDB-D17C-B7A6-92B848609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080371-7562-6DA1-7114-68142A8232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A6C327-8153-F351-0D21-BA5C31CB74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Replaying the secret request now returns Forbidden. The service account no longer has broad access to cluster secrets.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F9C6FE-8D57-C818-A8B9-7D17A5D1BB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388097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6AA35-11E6-7CB4-9102-1A49B24E1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37DE46-0795-3492-B55F-7E980D2DEB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B611E4-D9AF-28E5-F731-7621E4E0FA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specialist adds default-deny isolation and explicit access rules for the internal service.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395854-454D-ADD0-6E49-3BD22EE92C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684394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D2FCC-43CD-68AF-848A-1CC1D329B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60EE16-B5E0-8252-9919-13CDB61207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7BEFF4-2767-BD29-658D-181481AF58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After network isolation, the recorded request from the compromised application to the internal API times out.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94553A-68A9-D094-FC28-EEA17D66BC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328272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8E791-AD9A-A1A2-3BFA-59ED2023F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3B6452-0FD3-1D0B-4AF5-7C8F42DFFF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6D58A8-D929-3F5D-84C6-176885242B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Authorization rejects secret access, and the internal API request times out. Next, the specialist hardens the container itself.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005DD-064B-00C1-4EA9-17DE637A5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637602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6B308-726C-5815-3363-23D1C42C6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5928A7-300E-00C9-228A-6DA6CD3D67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FCF1CB-9ED8-4230-F0C5-A33E12F3C0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specialist limits process privileges, makes the root filesystem read-only, and disables automatic Kubernetes token mounting.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8DD9AB-B9B1-BC5A-CC39-F2A12E9C3D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129403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67BC7-9078-7CCF-E3E8-548C64414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3C7E42-3A9D-9D60-5147-0B6032515D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035B9A-58F9-816A-29F2-92D15C1F1F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replay confirms the runtime restrictions.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77ADD6-E6BA-3C12-074E-B493D3FA04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130277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531A6-8249-1E1E-71F9-F80EEFB5E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9EE5A5-4E98-7964-8FB2-4C2454533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E7735F-ACA1-BB47-9217-91FB1ED623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Namespace admission controls reject the test pod because it fails the Restricted standard.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7BAA5A-5A33-3052-5C7D-7CD18377F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890061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133E5-7C14-34C4-4068-FFD1231BA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0CF5D6-7BF6-4A89-2EB3-E075198241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0439F1-FE39-987A-9B71-79F8F3D152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replay confirms the runtime restrictions.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EE3EB8-09CC-CD0C-FE07-5C5B173045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427549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9D46F6-DF0C-2432-F410-C2F5BA8DA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11C42D-554B-C7D7-6BE0-6C249B0FAC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B146F0-D3BB-D63E-882F-9420A01D96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Container controls reduce privileges and exposed identity. 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specialist now patches the application vulnerability that enabled the initial attack.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7DD26A-83B5-273E-28B6-B6CB9B933E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8304388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62E2F-BF2B-68F1-6B09-FC184B630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9207F4-70A2-9463-3D5E-D8655C3F67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850694-0CE9-F4C4-E846-685AD336EA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specialist updates the vulnerable dependencies. The recorded audit reports no known vulnerabilities in that dependency snapshot.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BC8B20-32A4-8557-73DA-410CC4D75F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778053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A0464-C7F1-262B-D668-6651011A8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88BB98-413E-2CAD-2786-C451C83F59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F060BE-1B61-B210-2D79-8CC1E83861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multistage build separates build tooling from the runtime. 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production server runs in a minimal image as a non-root user.</a:t>
            </a:r>
            <a:b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CA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106DE9-70A4-2781-EC3B-F243E240A3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5519185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6B749-800B-5340-834C-44934DF10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04AFE2-9AB1-67C3-3F93-FCC04ED5C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8E8493-0681-4E1A-56DA-1366E85CD3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application remains reachable, while the recorded React2Shell replay returns no command output.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634B66-F646-ED70-A123-558C790B1A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424387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6D87D-34DF-C4A4-BF21-FA9C95D09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BC790C-DBE8-49A0-2E46-25D7E6E36A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2907C7-E107-0E50-C7C6-78978A6445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final stage addresses the application entry point and reduces the runtime image's attack surface.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7E1D54-F7C9-2AF7-F7B3-58E2DC88D0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20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8897189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9A727-EE87-7A44-CE82-D9E5CDA6F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94DF5A-D915-2320-CA5B-324C7A1A9A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5642D8-374B-2975-9F5E-3D8937AD1E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>
                <a:effectLst/>
              </a:rPr>
              <a:t>At the cloud layer, remove unnecessary IRSA access and correct the IAM role to secure the RDS credentials.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0AFB96-C59B-9D12-51C2-D3D2796B09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21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540455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86868-BE63-AA98-CB87-52DFA5AC6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37FB31-62CB-1910-5744-6B706BC694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6EDA23-F908-515F-90DB-4DBBE7440A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>
                <a:effectLst/>
              </a:rPr>
              <a:t>At the cluster layer, correct role-based access control, enable network isolation, and secure the cluster secret and internal API.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8DFED7-7518-61CB-F2B0-95BA9A4DCF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22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525420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09CC3-7BE5-15EB-1FCC-24E561FC5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1E6BD6-BE60-1400-03B6-689E3833EE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4E3B2C-2D8E-7E35-82AB-394722D5BF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>
                <a:effectLst/>
              </a:rPr>
              <a:t>At the container layer, secure context and Pod Security Standard admission prevent privileged execution.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6E5593-CBA8-77AF-A7C3-97E749A05C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23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1147088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406F4-BC86-37A9-0F13-073FD627A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BAC2F7-349C-D5A7-8AA6-B96C4DBB60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12CD56-ADA9-AAFE-7768-CAA6685048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>
                <a:effectLst/>
              </a:rPr>
              <a:t>At the code layer, patched dependencies and hardened image prevent remote code execution.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B0204-88E9-1D33-D04E-0573D55878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24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967750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74CBF-FF4A-8243-AA27-6FA43AF58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132351-33A9-28ED-2DCE-434891EC0C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168EF2-FF2C-26BF-10B3-67D4293F3E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23191B-7B69-C06C-7AE1-41F8116D81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25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3522403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1872E-8AE1-253D-F0C1-B25C3B930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BF4929-62DC-F43D-7B00-FA32D4DC9B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5A0476-E49F-C6EB-26AB-94DA6EE68A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Next, we switch to the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DevSecOps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perspective and integrate security checks into delivery workflows and runtime monitoring.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17AC22-A134-2E5B-4656-CCD2DE5C4E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26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045626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5AC95-1BD0-D5BD-EA4D-95B89C696D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8D8CB8-79C7-2A96-8FAF-B2D5C0A42D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76AFEB-571D-41CA-974B-28509E9C5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9D71D7-7D5B-1EC6-57D7-7616BBE12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D05ECD-4F3E-73B7-2AB0-6D5BE3C48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972005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D7BB3-50A4-58AB-7B02-490FD5219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391A38-8669-C39C-9E6B-316DA0D5D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8EDF95-B307-51F8-DECF-B44CB1E23F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5C2871-1325-059D-530B-BDD25B28D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B21911-4B6E-FECE-011E-251CD036C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223849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82F06-A1E8-36F1-B94A-DE1BDB652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CA934A-FB4E-6879-B7A6-98571447E7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84FC4E-5642-A56D-D15E-25E8C85F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1C825-6A32-ED7A-9767-D5B047A8A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98BB5D-FB5A-74F7-11ED-3E755F6E6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248309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855B0-1F3D-F4A0-5BEF-F606A2D0E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DC31B-767A-5897-44BA-2141F12D2C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DE4D79-D1C2-877D-7139-336285B708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889AD9-8F82-9567-2F92-B2F739AEA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52D390-516F-E604-8197-6373E12B2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F56101-EB47-9389-2DC0-49B79192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366303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ACBFB-0E08-C0A4-43C6-ECC960378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1E745B-0100-FE43-2418-8939A23928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656A66-37B4-01ED-0F07-41AEAD41C7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3356B7-A3C2-442B-204E-D8A9479373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6D2C3B-813A-A445-C5C9-30DD7B377F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BE522A-2184-DE56-6F0A-62ADC664F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19B07E5-08F2-C9C7-AB46-F1F16F4E3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1CD104-DA67-5D73-435F-7AB99EEA3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36070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BB5C52-7A09-0581-9E28-732BC7923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9A3864-EE81-E1A8-3FCA-940C69398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BEC60-E73E-F4B8-34FF-2032196D1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6F1D31-7C61-08F2-BF32-EBC19B383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79420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AEF73-FC3A-3E23-FF03-04DEEB77C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5DE635-FE03-F8C6-8C63-39BA23F49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F7996D-ECAC-0E7A-BAA0-30DF429D3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885943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37600-46BA-310F-E840-9FD891EEC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ACB522-C0B2-C9D4-69A4-5BAC0C9B0F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AB4AD-89D5-0560-F415-7AD9411312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1AE0E2-53FB-FC0C-6FFC-6DA548AA5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429A5F-B066-AE3A-B101-711442577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9D923F-377C-633F-EF98-CF9B4C061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244222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9B2FF-FAE7-0DDB-F193-9DEAD97E1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7DE531-9654-C3AA-8EA8-0A57169E90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1B3564-784E-E424-7BF5-A422D65E52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A29DF2-58F8-C2E1-7BD8-D6C32B9BE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7E5B1B-4EFF-8334-361C-4507751D3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97B532-7C88-2DAB-E4E4-09B891BB6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8374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EE18F-448A-8DA0-FC0A-C6232609E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08D12E-D5C3-7905-2927-1621494883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2E81EC-713F-5DB0-8215-699C20167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EA6A23-ABB2-7851-EC95-59594BA75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9B78B-DA71-6C99-CD79-3FC70DA91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464372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F04A6BA-98E5-7EA2-46CE-8810EFA2AC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40F95B-13B5-ACFE-983A-DA8BE63128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AA19D3-F465-12BE-2F21-25B74CB59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05E0B5-284B-ADA6-80A7-C539A76FA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A3CB72-1206-FAD7-23C6-89B720588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64410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9" y="-1"/>
            <a:ext cx="12192001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7DA815B-BFAB-3E8D-D7E1-E7F9DE0A7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6096000" cy="6857999"/>
          </a:xfrm>
          <a:gradFill>
            <a:gsLst>
              <a:gs pos="86000">
                <a:schemeClr val="accent4">
                  <a:lumMod val="50000"/>
                  <a:alpha val="95000"/>
                </a:schemeClr>
              </a:gs>
              <a:gs pos="100000">
                <a:schemeClr val="bg2">
                  <a:alpha val="90000"/>
                </a:schemeClr>
              </a:gs>
              <a:gs pos="42000">
                <a:srgbClr val="161824">
                  <a:alpha val="20000"/>
                </a:srgbClr>
              </a:gs>
              <a:gs pos="18000">
                <a:schemeClr val="bg2">
                  <a:lumMod val="90000"/>
                  <a:lumOff val="10000"/>
                  <a:alpha val="0"/>
                </a:schemeClr>
              </a:gs>
            </a:gsLst>
            <a:lin ang="11400000" scaled="0"/>
          </a:gradFill>
        </p:spPr>
        <p:txBody>
          <a:bodyPr lIns="365760" tIns="822960" rIns="914400" bIns="2286000" anchor="t"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57758407-B9B8-FC90-BBF1-B9013F196E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401889"/>
            <a:ext cx="6096000" cy="4456112"/>
          </a:xfrm>
          <a:gradFill>
            <a:gsLst>
              <a:gs pos="35000">
                <a:schemeClr val="bg2">
                  <a:alpha val="32000"/>
                </a:schemeClr>
              </a:gs>
              <a:gs pos="56000">
                <a:schemeClr val="accent6">
                  <a:alpha val="0"/>
                </a:schemeClr>
              </a:gs>
              <a:gs pos="8000">
                <a:schemeClr val="bg2"/>
              </a:gs>
              <a:gs pos="22000">
                <a:schemeClr val="bg2">
                  <a:alpha val="67000"/>
                </a:schemeClr>
              </a:gs>
            </a:gsLst>
            <a:path path="circle">
              <a:fillToRect t="100000" r="100000"/>
            </a:path>
          </a:gradFill>
        </p:spPr>
        <p:txBody>
          <a:bodyPr vert="horz" lIns="393192" tIns="457200" rIns="274320" bIns="7315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A03BE6F4-76AC-1913-6858-8449FC30A22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961397C-706D-4EB8-B1E1-D1B680D284C3}" type="datetime1">
              <a:rPr lang="en-US" smtClean="0"/>
              <a:t>10/23/2026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3A959F0E-1234-A029-DD14-0642D145755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2107F04-5566-3CCB-8B23-B8B3ECBA545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973003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alphaModFix amt="89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D21B6B-3277-7B3E-D636-D9AFF1E28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1F435F-36AF-313C-7FA1-017B05742A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C41C9C-270A-4951-1EAA-61A2E26340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757EAC-F02C-41AB-966A-B857386BB5B4}" type="datetimeFigureOut">
              <a:rPr lang="en-CA" smtClean="0"/>
              <a:t>2026-10-23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94C93-997A-BD0B-48F6-10EF316F80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0DE3BB-45FF-070C-2C0C-02C6FC0BC8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511279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4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4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7158F0ED-9F1D-EFEC-3544-41B5BB8F4E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7" r="7867"/>
          <a:stretch/>
        </p:blipFill>
        <p:spPr>
          <a:xfrm flipH="1">
            <a:off x="3523488" y="10"/>
            <a:ext cx="8668512" cy="6857990"/>
          </a:xfrm>
          <a:prstGeom prst="rect">
            <a:avLst/>
          </a:prstGeom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Title 21">
            <a:extLst>
              <a:ext uri="{FF2B5EF4-FFF2-40B4-BE49-F238E27FC236}">
                <a16:creationId xmlns:a16="http://schemas.microsoft.com/office/drawing/2014/main" id="{0B66FF80-661C-B63A-31A9-41C8E14A76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0" y="1122363"/>
            <a:ext cx="4931417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4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React2Shell on Amazon EKS</a:t>
            </a:r>
          </a:p>
        </p:txBody>
      </p:sp>
      <p:sp>
        <p:nvSpPr>
          <p:cNvPr id="24" name="Subtitle 23">
            <a:extLst>
              <a:ext uri="{FF2B5EF4-FFF2-40B4-BE49-F238E27FC236}">
                <a16:creationId xmlns:a16="http://schemas.microsoft.com/office/drawing/2014/main" id="{FFB20242-D968-BFEB-4CC4-53D1AD03BD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806289" cy="1359395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One vulnerability. Four layers.</a:t>
            </a:r>
          </a:p>
          <a:p>
            <a:pPr algn="l"/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Attack. Detect. Harden. Integrate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000549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5000">
        <p159:morph option="byObject"/>
      </p:transition>
    </mc:Choice>
    <mc:Fallback xmlns="">
      <p:transition spd="slow" advClick="0" advTm="50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4D4A6-B1DA-E51A-5483-FC1FF3299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4FAB4-09B7-EB32-768D-B4308FE8B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88720"/>
          </a:xfrm>
        </p:spPr>
        <p:txBody>
          <a:bodyPr>
            <a:normAutofit/>
          </a:bodyPr>
          <a:lstStyle/>
          <a:p>
            <a:r>
              <a:rPr lang="en-CA" sz="4800" b="1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 Security Specialist's Story</a:t>
            </a:r>
          </a:p>
        </p:txBody>
      </p:sp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E4947C39-FB44-13AB-6D85-5B4536E612D4}"/>
              </a:ext>
            </a:extLst>
          </p:cNvPr>
          <p:cNvSpPr txBox="1">
            <a:spLocks/>
          </p:cNvSpPr>
          <p:nvPr/>
        </p:nvSpPr>
        <p:spPr>
          <a:xfrm>
            <a:off x="-1" y="1188720"/>
            <a:ext cx="12113173" cy="56692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Scenario: </a:t>
            </a:r>
            <a:endParaRPr lang="en-US" sz="3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32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Containment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limits the current incident. </a:t>
            </a:r>
          </a:p>
          <a:p>
            <a:pPr marL="0" indent="0">
              <a:buNone/>
            </a:pP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underlying weaknesses still </a:t>
            </a:r>
            <a:r>
              <a:rPr lang="en-US" sz="32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need remediation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endParaRPr lang="en-US" sz="3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</a:t>
            </a:r>
            <a:r>
              <a:rPr lang="en-US" sz="32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security specialist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begins hardening the environment...</a:t>
            </a:r>
            <a:endParaRPr lang="en-CA" sz="3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60396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6000">
        <p159:morph option="byObject"/>
      </p:transition>
    </mc:Choice>
    <mc:Fallback xmlns="">
      <p:transition spd="slow" advClick="0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9D5DF-BE4C-5693-E4D6-6E0FB3CB8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796B01BE-0A41-168A-ED76-93E1342342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6095998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</a:t>
            </a:r>
            <a:r>
              <a:rPr lang="en-CA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Attacker</a:t>
            </a: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CA" sz="16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133AF2-9087-AB74-7B6A-54FB434F04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A35F2965-0C69-E248-8D70-710C2BDE0975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Layer: 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Issue: 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pod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can read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the RDS credential.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</a:t>
            </a: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Cause: 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 overly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permissive pod IAM role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</a:t>
            </a: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Fix: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Remove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the unnecessary role.</a:t>
            </a:r>
            <a:endParaRPr lang="en-CA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876343-6FCE-7A6B-90CC-9261318EFF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910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2DBBC87-DBF4-4F70-96DD-9AB60111A7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664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FE380F7-2A70-7FE1-DEA3-EF59681DB0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6498" y="510480"/>
            <a:ext cx="274320" cy="27432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DE4FCBA-10C7-73F0-6979-FBAD0FCD53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0897" y="510480"/>
            <a:ext cx="274320" cy="2743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815F994-293D-B066-0393-EA93F118740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0480" y="0"/>
            <a:ext cx="731520" cy="73152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CB697BE-5801-4974-06A4-1FA507ADBEAC}"/>
              </a:ext>
            </a:extLst>
          </p:cNvPr>
          <p:cNvSpPr txBox="1"/>
          <p:nvPr/>
        </p:nvSpPr>
        <p:spPr>
          <a:xfrm>
            <a:off x="6095999" y="0"/>
            <a:ext cx="6096000" cy="91440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lvl="5"/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 cluster container code      </a:t>
            </a: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Security Specialist</a:t>
            </a:r>
            <a:endParaRPr lang="en-CA" sz="2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7D437F7-1E99-79AC-C7F6-0F9B1713870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33" r="6521" b="7201"/>
          <a:stretch>
            <a:fillRect/>
          </a:stretch>
        </p:blipFill>
        <p:spPr>
          <a:xfrm>
            <a:off x="408290" y="3133483"/>
            <a:ext cx="7643123" cy="3551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3394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5000">
        <p159:morph option="byObject"/>
      </p:transition>
    </mc:Choice>
    <mc:Fallback xmlns="">
      <p:transition spd="slow" advClick="0" advTm="15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9000"/>
                            </p:stCondLst>
                            <p:childTnLst>
                              <p:par>
                                <p:cTn id="21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46B10-5AC5-FBF0-3F06-6943A7BDC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138DE267-0311-64E3-B1C5-747CD18DC2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6095998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</a:t>
            </a:r>
            <a:r>
              <a:rPr lang="en-CA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Attacker</a:t>
            </a: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CA" sz="16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78CAB8-D2F4-0000-7694-4C5C61790D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70F814E2-6E01-C13E-F6C8-9BAF8DB49AE6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Layer: 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Issue: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The pod receives an unnecessary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AWS identity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</a:t>
            </a: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Cause: 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service account's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IRSA role annotation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</a:t>
            </a: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Fix: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Remove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the annotation.</a:t>
            </a:r>
            <a:endParaRPr lang="en-CA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51FE1A-6F34-6BEF-2B67-4348146101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910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1ABEDF1-1C13-AD82-A430-6376CE4A0F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664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49116F1-3AB6-2452-820B-3C7AA9B0F9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6498" y="510480"/>
            <a:ext cx="274320" cy="27432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1CBD457-158E-7EDE-8B54-2BAADDD197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0897" y="510480"/>
            <a:ext cx="274320" cy="2743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C3B59A6-F3E8-D240-8558-730AE72BA9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0480" y="0"/>
            <a:ext cx="731520" cy="73152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92583F2-65ED-D5E3-29A3-9A306517E1D1}"/>
              </a:ext>
            </a:extLst>
          </p:cNvPr>
          <p:cNvSpPr txBox="1"/>
          <p:nvPr/>
        </p:nvSpPr>
        <p:spPr>
          <a:xfrm>
            <a:off x="6095999" y="0"/>
            <a:ext cx="6096000" cy="91440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lvl="5"/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 cluster container code      </a:t>
            </a: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Security Specialist</a:t>
            </a:r>
            <a:endParaRPr lang="en-CA" sz="2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4B3F203-9D17-B138-3DF9-50A22C385F9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4" r="4355"/>
          <a:stretch>
            <a:fillRect/>
          </a:stretch>
        </p:blipFill>
        <p:spPr>
          <a:xfrm>
            <a:off x="390799" y="3109672"/>
            <a:ext cx="11410398" cy="2052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7088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5000">
        <p159:morph option="byObject"/>
      </p:transition>
    </mc:Choice>
    <mc:Fallback xmlns="">
      <p:transition spd="slow" advClick="0" advTm="15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9000"/>
                            </p:stCondLst>
                            <p:childTnLst>
                              <p:par>
                                <p:cTn id="21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647EC-539B-417E-00C2-F7157294D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1950C484-E1C7-7B6A-B46B-CB103538D8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6095998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</a:t>
            </a:r>
            <a:r>
              <a:rPr lang="en-CA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Attacker</a:t>
            </a: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CA" sz="16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4FC569-6057-CB9F-3A50-E02267D910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F1CD8918-C36A-BD0E-52D0-2CE5372D66B4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2400" b="1" dirty="0"/>
              <a:t>  Attack replay</a:t>
            </a:r>
            <a:r>
              <a:rPr lang="en-US" sz="2400" dirty="0"/>
              <a:t>: read cloud-wide secret</a:t>
            </a:r>
            <a:endParaRPr lang="en-US" sz="2400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IRSA environment variables are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absent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</a:t>
            </a:r>
            <a:r>
              <a:rPr lang="en-CA" sz="2400" dirty="0"/>
              <a:t>The replay script </a:t>
            </a:r>
            <a:r>
              <a:rPr lang="en-CA" sz="2400" dirty="0">
                <a:solidFill>
                  <a:srgbClr val="FFC000"/>
                </a:solidFill>
              </a:rPr>
              <a:t>cannot</a:t>
            </a:r>
            <a:r>
              <a:rPr lang="en-CA" sz="2400" dirty="0"/>
              <a:t> use the previous role-assumption path.</a:t>
            </a:r>
          </a:p>
          <a:p>
            <a:pPr marL="0" indent="0">
              <a:lnSpc>
                <a:spcPct val="100000"/>
              </a:lnSpc>
              <a:buNone/>
            </a:pPr>
            <a:endParaRPr lang="en-CA" sz="2400" dirty="0"/>
          </a:p>
          <a:p>
            <a:pPr marL="0" indent="0">
              <a:buNone/>
            </a:pPr>
            <a:endParaRPr lang="en-CA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49D474-AD7C-28CD-19C9-02D70599F7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910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6C40860-71A3-0D40-64A2-DA1E1F2DF4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664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8E3009E-EA77-254B-D80B-7939815D6D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6498" y="510480"/>
            <a:ext cx="274320" cy="27432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2B151D3-7B49-6D1C-EAF3-049E0A4D9C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0897" y="510480"/>
            <a:ext cx="274320" cy="2743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4A55CEF-B538-6019-F763-C26A6662D69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0480" y="0"/>
            <a:ext cx="731520" cy="73152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5C479EE-0A77-1C55-1597-D73A4BD677BB}"/>
              </a:ext>
            </a:extLst>
          </p:cNvPr>
          <p:cNvSpPr txBox="1"/>
          <p:nvPr/>
        </p:nvSpPr>
        <p:spPr>
          <a:xfrm>
            <a:off x="6095999" y="0"/>
            <a:ext cx="6096000" cy="91440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lvl="5"/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 cluster container code      </a:t>
            </a: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Security Specialist</a:t>
            </a:r>
            <a:endParaRPr lang="en-CA" sz="2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3E5DB0B-EF2F-2865-233A-B6B1CE447CA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 r="25072"/>
          <a:stretch>
            <a:fillRect/>
          </a:stretch>
        </p:blipFill>
        <p:spPr>
          <a:xfrm>
            <a:off x="308472" y="3429000"/>
            <a:ext cx="11517768" cy="2089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29331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0000">
        <p159:morph option="byObject"/>
      </p:transition>
    </mc:Choice>
    <mc:Fallback xmlns="">
      <p:transition spd="slow" advClick="0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2C415-097D-00D5-36A9-B6758B39F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CADA93EA-31F7-409C-AEDE-B09111FA35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6095998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</a:t>
            </a:r>
            <a:r>
              <a:rPr lang="en-CA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Attacker</a:t>
            </a: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CA" sz="16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1AD211E-7694-21B8-5C3A-6762CEF43C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8F8E6F78-645C-4AF7-A41E-1E059A2AB138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 layer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- Remove unnecessary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IAM permissions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- Stop projecting the previous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IRSA identity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-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Block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the demonstrated cloud-secret access path.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CA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Next: restrict access inside the cluster…</a:t>
            </a:r>
          </a:p>
          <a:p>
            <a:pPr marL="0" indent="0">
              <a:lnSpc>
                <a:spcPct val="100000"/>
              </a:lnSpc>
              <a:buNone/>
            </a:pPr>
            <a:endParaRPr lang="en-CA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9B44FB-CBFD-7F1F-4CE9-2FD432EA79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910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DB90FA8-51A3-0D38-DCA4-58294595A6A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664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EE719A-7195-E6A2-3B81-1A88D596A7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6498" y="510480"/>
            <a:ext cx="274320" cy="27432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ADA66C1-F36F-5812-76EF-47BFB47B7E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0897" y="510480"/>
            <a:ext cx="274320" cy="2743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A55B189-9CD9-F5FB-FC27-CF37F31A6DA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0480" y="0"/>
            <a:ext cx="731520" cy="73152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7B0701C-B3AE-FCCF-28F3-4D7600DD211C}"/>
              </a:ext>
            </a:extLst>
          </p:cNvPr>
          <p:cNvSpPr txBox="1"/>
          <p:nvPr/>
        </p:nvSpPr>
        <p:spPr>
          <a:xfrm>
            <a:off x="6095999" y="0"/>
            <a:ext cx="6096000" cy="91440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lvl="5"/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 cluster container code      </a:t>
            </a: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Security Specialist</a:t>
            </a:r>
            <a:endParaRPr lang="en-CA" sz="2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7AC4E7A-0717-0C43-842A-64C6B5646B0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2058" y="457200"/>
            <a:ext cx="274320" cy="27432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89FE1CE-299C-683E-A26F-077DD34B175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3400" y="512064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3936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8000">
        <p159:morph option="byObject"/>
      </p:transition>
    </mc:Choice>
    <mc:Fallback xmlns="">
      <p:transition spd="slow" advClick="0" advTm="1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9000"/>
                            </p:stCondLst>
                            <p:childTnLst>
                              <p:par>
                                <p:cTn id="21" presetID="9" presetClass="exit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1250"/>
                            </p:stCondLst>
                            <p:childTnLst>
                              <p:par>
                                <p:cTn id="25" presetID="53" presetClass="entr" presetSubtype="16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3500"/>
                            </p:stCondLst>
                            <p:childTnLst>
                              <p:par>
                                <p:cTn id="34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DEF0C-9441-A156-91DF-4AEFE872A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C02F520A-64E8-8CFD-7347-EBAED5F389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6095998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</a:t>
            </a:r>
            <a:r>
              <a:rPr lang="en-CA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Attacker</a:t>
            </a: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CA" sz="16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737748-A5EB-3F20-DFF9-67E1D31190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661CE339-E311-CC4F-60EF-9875B7624855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Layer: 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Cluster.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Issue: 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workload can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 secrets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the internal namespace.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</a:t>
            </a: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Cause: 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Overly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broad RBAC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permissions.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</a:t>
            </a: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Fix: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Grant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the permissions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the workload needs.</a:t>
            </a:r>
            <a:endParaRPr lang="en-CA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3A997D5-2BF5-B951-0DBC-04A4BCA7AB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910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222415D-17B4-0F68-5FAF-0B972C4615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664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7B5A59E-4854-7CF1-6DE8-2145103930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6498" y="510480"/>
            <a:ext cx="274320" cy="27432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E69148E-66C1-A3EA-A168-06A7886414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40897" y="510480"/>
            <a:ext cx="274320" cy="2743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C6B8B33-5C2D-BE0D-5A5F-861B05A9EC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0480" y="0"/>
            <a:ext cx="731520" cy="73152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D28C51A-601E-53E9-BD67-3C873513E378}"/>
              </a:ext>
            </a:extLst>
          </p:cNvPr>
          <p:cNvSpPr txBox="1"/>
          <p:nvPr/>
        </p:nvSpPr>
        <p:spPr>
          <a:xfrm>
            <a:off x="6095999" y="0"/>
            <a:ext cx="6096000" cy="91440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lvl="5"/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 cluster container code      </a:t>
            </a: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Security Specialist</a:t>
            </a:r>
            <a:endParaRPr lang="en-CA" sz="2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A3EBE49-4A9E-AD83-1EEF-E53FF89013F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3" r="15207"/>
          <a:stretch>
            <a:fillRect/>
          </a:stretch>
        </p:blipFill>
        <p:spPr>
          <a:xfrm>
            <a:off x="284412" y="3170507"/>
            <a:ext cx="8112970" cy="33318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902D3AB-7143-2F64-C7E6-E1B7E3677BF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2058" y="457200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3659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5000">
        <p159:morph option="byObject"/>
      </p:transition>
    </mc:Choice>
    <mc:Fallback xmlns="">
      <p:transition spd="slow" advClick="0" advTm="15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9000"/>
                            </p:stCondLst>
                            <p:childTnLst>
                              <p:par>
                                <p:cTn id="21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B5E28-12DA-6A05-AA21-EB3B6BD50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5F07C11A-3064-92DE-C66D-99FD79B6FD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6095998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</a:t>
            </a:r>
            <a:r>
              <a:rPr lang="en-CA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Attacker</a:t>
            </a: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CA" sz="16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B47A04-7444-940E-0ED9-3CF69DD8CC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28EEC22B-13AD-F2B2-49E1-712DE0D2668C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CA" sz="2400" b="1" dirty="0"/>
              <a:t>Attack replay</a:t>
            </a:r>
            <a:r>
              <a:rPr lang="en-CA" sz="2400" dirty="0"/>
              <a:t>: read cluster-wide secret</a:t>
            </a:r>
          </a:p>
          <a:p>
            <a:pPr marL="0" indent="0">
              <a:buNone/>
            </a:pPr>
            <a:r>
              <a:rPr lang="en-CA" sz="2400" dirty="0"/>
              <a:t>      - The cluster-wide secret request returns </a:t>
            </a:r>
            <a:r>
              <a:rPr lang="en-CA" sz="2400" dirty="0">
                <a:solidFill>
                  <a:srgbClr val="FFC000"/>
                </a:solidFill>
              </a:rPr>
              <a:t>403 Forbidden</a:t>
            </a:r>
            <a:r>
              <a:rPr lang="en-CA" sz="2400" dirty="0"/>
              <a:t>.</a:t>
            </a:r>
          </a:p>
          <a:p>
            <a:pPr marL="0" indent="0">
              <a:buNone/>
            </a:pPr>
            <a:r>
              <a:rPr lang="en-CA" sz="2400" dirty="0"/>
              <a:t>      - RBAC checks </a:t>
            </a:r>
            <a:r>
              <a:rPr lang="en-CA" sz="2400" dirty="0">
                <a:solidFill>
                  <a:srgbClr val="FFC000"/>
                </a:solidFill>
              </a:rPr>
              <a:t>deny</a:t>
            </a:r>
            <a:r>
              <a:rPr lang="en-CA" sz="2400" dirty="0"/>
              <a:t> cluster-wide secret reads.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24DBB7B-BD96-5183-7F8C-4E67F789F0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910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24A8976-7E17-FFB4-442B-F4EF6B398A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664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6AA0909-2FEB-CD3B-E29B-2A8D5A5B8E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6498" y="510480"/>
            <a:ext cx="274320" cy="27432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9FCFDFE-32FC-30BB-E0D0-0AE53C37EF1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40897" y="510480"/>
            <a:ext cx="274320" cy="2743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28716D6-570D-F238-EE63-7635690B1C4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0480" y="0"/>
            <a:ext cx="731520" cy="73152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C00BA1A-A5B1-0219-4423-38C57F1093D7}"/>
              </a:ext>
            </a:extLst>
          </p:cNvPr>
          <p:cNvSpPr txBox="1"/>
          <p:nvPr/>
        </p:nvSpPr>
        <p:spPr>
          <a:xfrm>
            <a:off x="6095999" y="0"/>
            <a:ext cx="6096000" cy="91440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lvl="5"/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 cluster container code      </a:t>
            </a: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Security Specialist</a:t>
            </a:r>
            <a:endParaRPr lang="en-CA" sz="2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4BDF52E-45E6-B44F-2BAF-02AD50BEF9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2058" y="457200"/>
            <a:ext cx="274320" cy="27432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8BAA501-9D58-C7E7-68CD-C2E4656B12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193" r="3453" b="4058"/>
          <a:stretch>
            <a:fillRect/>
          </a:stretch>
        </p:blipFill>
        <p:spPr>
          <a:xfrm>
            <a:off x="365760" y="2682957"/>
            <a:ext cx="10017760" cy="3923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8713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2000">
        <p159:morph option="byObject"/>
      </p:transition>
    </mc:Choice>
    <mc:Fallback xmlns="">
      <p:transition spd="slow" advClick="0" advTm="1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495E0-88FA-7431-365E-024DB3E1E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6B311AC2-5E95-2DEC-68A9-D46DBFA707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6095998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</a:t>
            </a:r>
            <a:r>
              <a:rPr lang="en-CA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Attacker</a:t>
            </a: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CA" sz="16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DDCCC8-09DA-C7C4-03BB-BB9434EE94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8BA15C9D-59E5-FE82-29D2-E194695E2D60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Layer: 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Cluster.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Issue: 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compromised app can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 internal API data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</a:t>
            </a: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Cause: 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network isolation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</a:t>
            </a: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Fix: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Use </a:t>
            </a:r>
            <a:r>
              <a:rPr lang="en-US" sz="2400" dirty="0" err="1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NetworkPolicies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to allow only intended callers.</a:t>
            </a:r>
            <a:endParaRPr lang="en-CA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796BA8-9189-1426-C236-CEB4E9EDB9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910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7420C64-A04B-69B6-E129-B2C801544B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664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647AE9-A74B-E168-29D5-D26646B72C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6498" y="510480"/>
            <a:ext cx="274320" cy="27432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72F97AA-6E85-44A6-83E5-4BF90AB47CF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40897" y="510480"/>
            <a:ext cx="274320" cy="2743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FA6C152-5D75-9CBA-3AE5-1C7C34913B2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0480" y="0"/>
            <a:ext cx="731520" cy="73152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48C7649-0619-0F6A-CD90-9120898593AF}"/>
              </a:ext>
            </a:extLst>
          </p:cNvPr>
          <p:cNvSpPr txBox="1"/>
          <p:nvPr/>
        </p:nvSpPr>
        <p:spPr>
          <a:xfrm>
            <a:off x="6095999" y="0"/>
            <a:ext cx="6096000" cy="91440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lvl="5"/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 cluster container code      </a:t>
            </a: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Security Specialist</a:t>
            </a:r>
            <a:endParaRPr lang="en-CA" sz="2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C89AF18-421F-3D24-B00E-BFCD09B7ADD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33" b="8133"/>
          <a:stretch/>
        </p:blipFill>
        <p:spPr>
          <a:xfrm>
            <a:off x="284412" y="3170507"/>
            <a:ext cx="8112970" cy="33318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7BCD1EE-46DE-F914-FC2B-8E30F463895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2058" y="457200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5660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4000">
        <p159:morph option="byObject"/>
      </p:transition>
    </mc:Choice>
    <mc:Fallback xmlns="">
      <p:transition spd="slow" advClick="0" advTm="14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9000"/>
                            </p:stCondLst>
                            <p:childTnLst>
                              <p:par>
                                <p:cTn id="21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E9CB0-2E60-902E-F80B-AE59BEF6B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A2329EFE-78E1-50FD-93C3-52A1F10831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6095998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</a:t>
            </a:r>
            <a:r>
              <a:rPr lang="en-CA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Attacker</a:t>
            </a: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CA" sz="16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C9E431-DE41-E41E-DAFD-B58D2A03C6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0388D87D-8730-1B10-90CF-5919058385F8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CA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Attack replay</a:t>
            </a:r>
            <a:r>
              <a:rPr lang="en-CA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read Internal API</a:t>
            </a:r>
          </a:p>
          <a:p>
            <a:pPr marL="0" indent="0">
              <a:buNone/>
            </a:pPr>
            <a:r>
              <a:rPr lang="en-CA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compromised app's request to the internal API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times out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B8EC89E-C9F4-0A08-79E0-528F5EC42E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910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0DE3EEE-A6C0-6FDE-1CA3-D108B009489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664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B05289-4ED6-AEFD-0B0A-78AFA22768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6498" y="510480"/>
            <a:ext cx="274320" cy="27432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842001B-3211-F8BB-45B6-5517D76653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40897" y="510480"/>
            <a:ext cx="274320" cy="2743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6BEB8CF-8FA6-E360-7C92-953D9B2373D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0480" y="0"/>
            <a:ext cx="731520" cy="73152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9350FC9-EF99-F780-0A7F-BE7FF72E969F}"/>
              </a:ext>
            </a:extLst>
          </p:cNvPr>
          <p:cNvSpPr txBox="1"/>
          <p:nvPr/>
        </p:nvSpPr>
        <p:spPr>
          <a:xfrm>
            <a:off x="6095999" y="0"/>
            <a:ext cx="6096000" cy="91440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lvl="5"/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 cluster container code      </a:t>
            </a: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Security Specialist</a:t>
            </a:r>
            <a:endParaRPr lang="en-CA" sz="2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2795787-2811-EE81-5E35-1BB1E452072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2058" y="457200"/>
            <a:ext cx="274320" cy="27432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8FE73C6-A4F8-785B-960B-3F17D069DEE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760" y="2193918"/>
            <a:ext cx="11610966" cy="2814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8425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0000">
        <p159:morph option="byObject"/>
      </p:transition>
    </mc:Choice>
    <mc:Fallback xmlns="">
      <p:transition spd="slow" advClick="0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CA7FE-0CAB-06B2-4880-F44CE40A0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09A0262F-0B85-EC85-492B-9B47A68D38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6095998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</a:t>
            </a:r>
            <a:r>
              <a:rPr lang="en-CA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Attacker</a:t>
            </a: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CA" sz="16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6BBE984-5D4A-B192-FD45-C42CE2D3BE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87CF817C-CEA7-1C27-62F4-90DCB90CA052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US" sz="2400" b="1" dirty="0"/>
              <a:t>Cluster layer</a:t>
            </a:r>
          </a:p>
          <a:p>
            <a:pPr marL="0" indent="0">
              <a:buNone/>
            </a:pPr>
            <a:r>
              <a:rPr lang="en-US" sz="2400" dirty="0"/>
              <a:t>      - Cluster-wide secret listing is </a:t>
            </a:r>
            <a:r>
              <a:rPr lang="en-US" sz="2400" dirty="0">
                <a:solidFill>
                  <a:srgbClr val="FFC000"/>
                </a:solidFill>
              </a:rPr>
              <a:t>forbidden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dirty="0"/>
              <a:t>      - The internal API request </a:t>
            </a:r>
            <a:r>
              <a:rPr lang="en-US" sz="2400" dirty="0">
                <a:solidFill>
                  <a:srgbClr val="FFC000"/>
                </a:solidFill>
              </a:rPr>
              <a:t>times out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CA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Next: harden the container itself…</a:t>
            </a:r>
          </a:p>
          <a:p>
            <a:pPr marL="0" indent="0">
              <a:buNone/>
            </a:pPr>
            <a:endParaRPr lang="en-US" sz="2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7E1BCB0-15B3-723D-E564-13361E4587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910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3534C46-7A82-6DC5-0A90-E6109E08E3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664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C78A0BB-B45F-04B9-13DD-ABE8D22829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36498" y="510480"/>
            <a:ext cx="274320" cy="27432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F9C6B0B-F46C-771C-7C2E-8B3EFF99A7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40897" y="510480"/>
            <a:ext cx="274320" cy="2743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505E12A-A8F6-164A-CB92-339D3C42130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0480" y="0"/>
            <a:ext cx="731520" cy="73152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1890D57-C445-99C9-3561-565E9CEA14DF}"/>
              </a:ext>
            </a:extLst>
          </p:cNvPr>
          <p:cNvSpPr txBox="1"/>
          <p:nvPr/>
        </p:nvSpPr>
        <p:spPr>
          <a:xfrm>
            <a:off x="6095999" y="0"/>
            <a:ext cx="6096000" cy="91440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lvl="5"/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 cluster container code      </a:t>
            </a: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Security Specialist</a:t>
            </a:r>
            <a:endParaRPr lang="en-CA" sz="2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96467F-10A9-A4BF-5848-442F045B454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2058" y="457200"/>
            <a:ext cx="274320" cy="27432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A20B981-5A6B-07BC-1673-C16518BC59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2437" y="457200"/>
            <a:ext cx="274320" cy="27432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A34C78B-C1F2-FAA7-60B4-48B6F436C25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36498" y="510480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47884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20000">
        <p159:morph option="byObject"/>
      </p:transition>
    </mc:Choice>
    <mc:Fallback xmlns="">
      <p:transition spd="slow" advClick="0" advTm="2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9" presetClass="exit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9000"/>
                            </p:stCondLst>
                            <p:childTnLst>
                              <p:par>
                                <p:cTn id="21" presetID="22" presetClass="entr" presetSubtype="4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1250"/>
                            </p:stCondLst>
                            <p:childTnLst>
                              <p:par>
                                <p:cTn id="25" presetID="22" presetClass="entr" presetSubtype="4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35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9D779-281F-14FB-A684-45DE49993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3127383D-35A5-DAED-2324-B3D53CEFF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6095998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</a:t>
            </a:r>
            <a:r>
              <a:rPr lang="en-CA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Attacker</a:t>
            </a: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CA" sz="16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BCD28C4-DFB7-0635-9B77-6EBB830E3A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56493DAE-F6EA-5721-9870-DE937B67C060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Layer: 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Container.</a:t>
            </a:r>
          </a:p>
          <a:p>
            <a:pPr marL="0" indent="0">
              <a:buNone/>
            </a:pP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Issue: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Root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execution, unrestricted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privilege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escalation, and a readable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        Kubernetes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token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</a:t>
            </a: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Cause: 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runtime security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controls.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</a:t>
            </a: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Fix: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Apply a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restrictive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security context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disable automatic token mounting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F80AA0-C6AA-7E69-5A0C-81F01F8023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910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DBF5A56-2F15-7A72-8822-77D89F8B9C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664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9CA459C-6B5E-AF16-2AD5-3905D45F1C6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36498" y="510480"/>
            <a:ext cx="274320" cy="27432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1B2F10A-1CCB-27EB-8FC7-694C485572C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40897" y="510480"/>
            <a:ext cx="274320" cy="2743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1577B65-A90C-B1DF-C87F-59EA92FE75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0480" y="0"/>
            <a:ext cx="731520" cy="73152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D8188F7-EFE8-C185-F970-ED0A08BED4B1}"/>
              </a:ext>
            </a:extLst>
          </p:cNvPr>
          <p:cNvSpPr txBox="1"/>
          <p:nvPr/>
        </p:nvSpPr>
        <p:spPr>
          <a:xfrm>
            <a:off x="6095999" y="0"/>
            <a:ext cx="6096000" cy="91440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lvl="5"/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 cluster container code      </a:t>
            </a: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Security Specialist</a:t>
            </a:r>
            <a:endParaRPr lang="en-CA" sz="2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4F7E839-E76B-38D0-2B14-A384CC6CCF8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2058" y="457200"/>
            <a:ext cx="274320" cy="27432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4971130-1A33-6CDF-174F-5DDCDE2A008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2437" y="457200"/>
            <a:ext cx="274320" cy="27432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044CAD4-BE2A-4631-04DB-C18A62196D9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55" r="14842"/>
          <a:stretch>
            <a:fillRect/>
          </a:stretch>
        </p:blipFill>
        <p:spPr>
          <a:xfrm>
            <a:off x="365760" y="3735422"/>
            <a:ext cx="4175760" cy="278906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DAA9408-F659-E0C4-99C1-7BB2D5E700B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2695"/>
          <a:stretch>
            <a:fillRect/>
          </a:stretch>
        </p:blipFill>
        <p:spPr>
          <a:xfrm>
            <a:off x="5090784" y="3735422"/>
            <a:ext cx="6618860" cy="2789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2487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8000">
        <p159:morph option="byObject"/>
      </p:transition>
    </mc:Choice>
    <mc:Fallback xmlns="">
      <p:transition spd="slow" advClick="0" advTm="1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5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675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9000"/>
                            </p:stCondLst>
                            <p:childTnLst>
                              <p:par>
                                <p:cTn id="24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125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6479DD-6D9B-BAF4-D550-941B98F31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483BD48D-C740-DB6E-264B-7EC9BE0245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6095998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</a:t>
            </a:r>
            <a:r>
              <a:rPr lang="en-CA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Attacker</a:t>
            </a: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CA" sz="16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1BC9E7-4C64-8150-FA38-1C0D168608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A7DB90B4-EA1B-A4EE-1445-71C254DC567D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Attack Replay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security context</a:t>
            </a:r>
          </a:p>
          <a:p>
            <a:pPr marL="0" indent="0">
              <a:buNone/>
            </a:pP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standard Kubernetes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service account token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is absent.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Commands run as a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non-root user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Writes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to the root filesystem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89D05BB-A760-C9F6-C5B2-5C4FEA13DE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910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DA4BA69-55B7-A44B-10AD-3DA6CFD45E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664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A8911DA-329A-F78B-59AC-7447209E16E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36498" y="510480"/>
            <a:ext cx="274320" cy="27432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30830E5-8BA6-9324-7C6A-809D3CD3FAC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40897" y="510480"/>
            <a:ext cx="274320" cy="2743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C0D3C80-87D1-9D54-60AC-2071A3CCAF7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0480" y="0"/>
            <a:ext cx="731520" cy="73152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207249C-F79B-4942-FB87-E291D82D2B18}"/>
              </a:ext>
            </a:extLst>
          </p:cNvPr>
          <p:cNvSpPr txBox="1"/>
          <p:nvPr/>
        </p:nvSpPr>
        <p:spPr>
          <a:xfrm>
            <a:off x="6095999" y="0"/>
            <a:ext cx="6096000" cy="91440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lvl="5"/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 cluster container code      </a:t>
            </a: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Security Specialist</a:t>
            </a:r>
            <a:endParaRPr lang="en-CA" sz="2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66931A5-1F23-13D9-FA79-09EFD9B9A2B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2058" y="457200"/>
            <a:ext cx="274320" cy="27432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69A37CC-2949-5A4D-2637-158CF752C8E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2437" y="457200"/>
            <a:ext cx="274320" cy="27432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5A8E994-1734-4FD2-FD01-DBF774B613C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425" y="2779075"/>
            <a:ext cx="11607146" cy="3832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22851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6000">
        <p159:morph option="byObject"/>
      </p:transition>
    </mc:Choice>
    <mc:Fallback xmlns="">
      <p:transition spd="slow" advClick="0" advTm="1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9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DBF71-7ACB-A7CE-C831-1F830DD8A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0D2DA96B-71CD-4D02-BB33-5B11C069D7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6095998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</a:t>
            </a:r>
            <a:r>
              <a:rPr lang="en-CA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Attacker</a:t>
            </a: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CA" sz="16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13390C-E843-1507-3F81-C4B14A6526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A32CA341-D85B-D6D0-ED6B-4571A9924C93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Layer: 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Container.</a:t>
            </a:r>
          </a:p>
          <a:p>
            <a:pPr marL="0" indent="0">
              <a:buNone/>
            </a:pP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Issue: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Noncompliant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pods can still be created.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</a:t>
            </a: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Cause: 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admission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enforcement.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</a:t>
            </a: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Fix: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Enforce the Restricted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Pod Security Standard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F5F015-BACD-F096-11C9-A5E3920AFD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910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08078CF-224A-F2A7-E00F-07214DBA25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664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29EAC6-C01D-B926-279C-1EEE6D6FD43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36498" y="510480"/>
            <a:ext cx="274320" cy="27432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0C3FB1D-BE02-294C-DDA6-D1280CF6622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40897" y="510480"/>
            <a:ext cx="274320" cy="2743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33D9ED7-59FE-4908-7927-7E8138AE88B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0480" y="0"/>
            <a:ext cx="731520" cy="73152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09F313D-A78E-90F3-7929-94C6A5FD8A42}"/>
              </a:ext>
            </a:extLst>
          </p:cNvPr>
          <p:cNvSpPr txBox="1"/>
          <p:nvPr/>
        </p:nvSpPr>
        <p:spPr>
          <a:xfrm>
            <a:off x="6095999" y="0"/>
            <a:ext cx="6096000" cy="91440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lvl="5"/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 cluster container code      </a:t>
            </a: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Security Specialist</a:t>
            </a:r>
            <a:endParaRPr lang="en-CA" sz="2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D1B195F-D496-EE1D-DC44-1040CF70622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2058" y="457200"/>
            <a:ext cx="274320" cy="27432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E11EF08-2B52-DF8D-9F42-ADE67316260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2437" y="457200"/>
            <a:ext cx="274320" cy="27432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BDA14F3-7243-8A50-C275-DC6D2902C1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760" y="3082882"/>
            <a:ext cx="9272328" cy="3429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58136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5000">
        <p159:morph option="byObject"/>
      </p:transition>
    </mc:Choice>
    <mc:Fallback xmlns="">
      <p:transition spd="slow" advClick="0" advTm="15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9000"/>
                            </p:stCondLst>
                            <p:childTnLst>
                              <p:par>
                                <p:cTn id="21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751B54-52B9-DF92-3A18-A61F13BF7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A915F4B1-1E4E-1B55-BF18-6A5BAEF079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6095998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</a:t>
            </a:r>
            <a:r>
              <a:rPr lang="en-CA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Attacker</a:t>
            </a: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CA" sz="16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27421E-9C13-7C24-A83E-6D5ABC1EBF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E4F1C407-8B47-4295-7348-659A97938918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Test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Pod Security Standard</a:t>
            </a:r>
          </a:p>
          <a:p>
            <a:pPr marL="0" indent="0">
              <a:buNone/>
            </a:pP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Namespace admission controls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reject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the noncompliant pod.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B499D63-23DA-AD2E-FECF-262346AD578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910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9212621-B1C9-6B67-A58F-40E6D4A728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664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6700FE5-48C6-89CD-A39D-3C014AAB9E4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36498" y="510480"/>
            <a:ext cx="274320" cy="27432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A2FF5D7-3065-E53E-53EA-6A14E226881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40897" y="510480"/>
            <a:ext cx="274320" cy="2743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E8F48C6-F76D-0FC7-3C8F-3EB9650F320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0480" y="0"/>
            <a:ext cx="731520" cy="73152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05D447B-10BC-3E54-1119-9600D4164B95}"/>
              </a:ext>
            </a:extLst>
          </p:cNvPr>
          <p:cNvSpPr txBox="1"/>
          <p:nvPr/>
        </p:nvSpPr>
        <p:spPr>
          <a:xfrm>
            <a:off x="6095999" y="0"/>
            <a:ext cx="6096000" cy="91440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lvl="5"/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 cluster container code      </a:t>
            </a: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Security Specialist</a:t>
            </a:r>
            <a:endParaRPr lang="en-CA" sz="2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BC49CB8-34A3-52EC-186C-7D3E7EE433F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2058" y="457200"/>
            <a:ext cx="274320" cy="27432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752B6ED-C800-2E1F-F648-9697275E119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2437" y="457200"/>
            <a:ext cx="274320" cy="27432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2FB05AB-EE65-360A-0433-69C2EBA4FE6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65" y="3025730"/>
            <a:ext cx="11983066" cy="1720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6275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1000">
        <p159:morph option="byObject"/>
      </p:transition>
    </mc:Choice>
    <mc:Fallback xmlns="">
      <p:transition spd="slow" advClick="0" advTm="11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04BAC-7D3C-70B7-98B1-AE8A74D97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CD44489-CE1B-92A2-3595-1D2715CD2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6095998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</a:t>
            </a:r>
            <a:r>
              <a:rPr lang="en-CA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Attacker</a:t>
            </a: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CA" sz="16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93278F-8E57-8F6B-FC05-E8CA5184F8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638BA86A-ECCB-97D5-33B7-E3984019FDD9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Container layer</a:t>
            </a:r>
          </a:p>
          <a:p>
            <a:pPr marL="0" indent="0">
              <a:buNone/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- No automatically mounted Kubernetes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token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- Restrictive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security context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-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Admission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rejects noncompliant pods.</a:t>
            </a:r>
          </a:p>
          <a:p>
            <a:pPr marL="0" indent="0">
              <a:buNone/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</a:t>
            </a:r>
          </a:p>
          <a:p>
            <a:pPr marL="0" indent="0">
              <a:buNone/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Next: patch the vulnerable application…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5D286C-2899-A28E-8DA1-D36A89F33F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910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4B137F7-7320-7CB4-5317-27DAEFCD3F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3664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E6F0512-F693-9C35-3AEE-B6601E64384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36498" y="510480"/>
            <a:ext cx="274320" cy="27432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8035970-AF2B-911C-ABDE-8085225C920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40897" y="510480"/>
            <a:ext cx="274320" cy="2743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D5E5566-9544-9D1E-4B77-2A49B572F54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0480" y="0"/>
            <a:ext cx="731520" cy="73152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E07521E-A87B-4322-C958-5EA64F0D2F60}"/>
              </a:ext>
            </a:extLst>
          </p:cNvPr>
          <p:cNvSpPr txBox="1"/>
          <p:nvPr/>
        </p:nvSpPr>
        <p:spPr>
          <a:xfrm>
            <a:off x="6095999" y="0"/>
            <a:ext cx="6096000" cy="91440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lvl="5"/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 cluster container code      </a:t>
            </a: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Security Specialist</a:t>
            </a:r>
            <a:endParaRPr lang="en-CA" sz="2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2EEC3F-713A-B58D-73D6-F285CAB1B1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2058" y="457200"/>
            <a:ext cx="274320" cy="27432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29130AA-E143-8E1E-7822-4EF66A28A26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2437" y="457200"/>
            <a:ext cx="274320" cy="27432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F6C358-8974-E7BE-B3D2-B38D9026AAC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2932" y="457200"/>
            <a:ext cx="274320" cy="27432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02F2D68-8D34-08B0-5930-68B0CB88A4B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36649" y="510480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80701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21000">
        <p159:morph option="byObject"/>
      </p:transition>
    </mc:Choice>
    <mc:Fallback xmlns="">
      <p:transition spd="slow" advClick="0" advTm="21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9000"/>
                            </p:stCondLst>
                            <p:childTnLst>
                              <p:par>
                                <p:cTn id="21" presetID="9" presetClass="exit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1250"/>
                            </p:stCondLst>
                            <p:childTnLst>
                              <p:par>
                                <p:cTn id="25" presetID="22" presetClass="entr" presetSubtype="4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3500"/>
                            </p:stCondLst>
                            <p:childTnLst>
                              <p:par>
                                <p:cTn id="29" presetID="22" presetClass="entr" presetSubtype="4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75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A1FCC-ECC6-C191-8F2A-9ADDAB992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BEE70652-4B3D-F88B-3CAB-1AD00B9D1C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6095998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</a:t>
            </a:r>
            <a:r>
              <a:rPr lang="en-CA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Attacker</a:t>
            </a: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CA" sz="16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0252A5-D58B-67D3-7B0D-D359BC2837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FE3480AF-96B7-A780-20BE-1C9B531FB2F4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Layer: 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Code.</a:t>
            </a:r>
          </a:p>
          <a:p>
            <a:pPr marL="0" indent="0">
              <a:buNone/>
            </a:pP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Issue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The application permits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remote code execution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</a:t>
            </a: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Cause: 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Framework dependencies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affected by React2Shell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</a:t>
            </a: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Fix: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Update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the vulnerable framework and dependencies.</a:t>
            </a:r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2E868E9-7306-1DF3-F0A2-02AA0EDD54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910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315E715-170D-0955-559D-D680D2A28D0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3664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0B085A9-9368-7E45-2E65-E8094FE2B3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36498" y="510480"/>
            <a:ext cx="274320" cy="27432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4ACA2F3-007F-0A53-82C4-7F174B707CA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40897" y="510480"/>
            <a:ext cx="274320" cy="2743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38E7345-C36F-2FC5-FEBA-EFA4FB1AECE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0480" y="0"/>
            <a:ext cx="731520" cy="73152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DDD5AD0-0FBB-71DA-BAA4-3B3457E7EE7B}"/>
              </a:ext>
            </a:extLst>
          </p:cNvPr>
          <p:cNvSpPr txBox="1"/>
          <p:nvPr/>
        </p:nvSpPr>
        <p:spPr>
          <a:xfrm>
            <a:off x="6095999" y="0"/>
            <a:ext cx="6096000" cy="91440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lvl="5"/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 cluster container code      </a:t>
            </a: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Security Specialist</a:t>
            </a:r>
            <a:endParaRPr lang="en-CA" sz="2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C7AC64D-2010-79A5-8C7F-2B49DD934DA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2058" y="457200"/>
            <a:ext cx="274320" cy="27432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2026230-86B9-DEDC-7A17-B7EBE42FFD8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2437" y="457200"/>
            <a:ext cx="274320" cy="27432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EEF9DEF-8A41-30E9-8697-457FDD707C4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2932" y="457200"/>
            <a:ext cx="274320" cy="27432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ECB40E5-0833-9DA8-6278-FADEE6E834F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1" b="64081"/>
          <a:stretch>
            <a:fillRect/>
          </a:stretch>
        </p:blipFill>
        <p:spPr>
          <a:xfrm>
            <a:off x="188297" y="3119583"/>
            <a:ext cx="11857213" cy="2671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6568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4000">
        <p159:morph option="byObject"/>
      </p:transition>
    </mc:Choice>
    <mc:Fallback xmlns="">
      <p:transition spd="slow" advClick="0" advTm="14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9000"/>
                            </p:stCondLst>
                            <p:childTnLst>
                              <p:par>
                                <p:cTn id="21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07A6B-4266-160C-4344-98E1943EE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280B0C2E-0F53-40E6-BA1C-52B4D19B3C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6095998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</a:t>
            </a:r>
            <a:r>
              <a:rPr lang="en-CA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Attacker</a:t>
            </a: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CA" sz="16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43A402-5904-966F-880E-A165516C3C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2EBA1228-B1F6-24BD-8D94-0C7888C2BEFE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Layer: 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Code.</a:t>
            </a:r>
          </a:p>
          <a:p>
            <a:pPr marL="0" indent="0">
              <a:buNone/>
            </a:pP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Issue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The image runs as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root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includes unnecessary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tooling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</a:t>
            </a: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Cause: 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Build tools and runtime share the same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</a:t>
            </a:r>
            <a:r>
              <a:rPr lang="en-US" sz="2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Fix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Use a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multistage build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a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minimal </a:t>
            </a:r>
            <a:r>
              <a:rPr lang="en-US" sz="2400" dirty="0" err="1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distroless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runtime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with a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non-root user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0D69817-0CBE-68F3-ED76-7C9639FD1E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910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90FB7CD-9FFE-961E-7562-DB731F13E5E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3664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827062B-E215-D7D1-C8DA-5DE76DBB9F3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36498" y="510480"/>
            <a:ext cx="274320" cy="27432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CAA2FC0-05DB-703A-CC45-91AB898A61C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40897" y="510480"/>
            <a:ext cx="274320" cy="2743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F62579F-27A3-E91F-529F-E0DD30834D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0480" y="0"/>
            <a:ext cx="731520" cy="73152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F902F67-39F4-1E84-8D08-C88BBFB6A4C5}"/>
              </a:ext>
            </a:extLst>
          </p:cNvPr>
          <p:cNvSpPr txBox="1"/>
          <p:nvPr/>
        </p:nvSpPr>
        <p:spPr>
          <a:xfrm>
            <a:off x="6095999" y="0"/>
            <a:ext cx="6096000" cy="91440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lvl="5"/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 cluster container code      </a:t>
            </a: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Security Specialist</a:t>
            </a:r>
            <a:endParaRPr lang="en-CA" sz="2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E3C5B2F-1D0F-32C3-44B2-019055AAE78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2058" y="457200"/>
            <a:ext cx="274320" cy="27432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21FA38E-7EA5-6FE0-DBA6-E7511DA5594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2437" y="457200"/>
            <a:ext cx="274320" cy="27432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B0AF3FD-F7F8-DDF2-01D9-1727DD6AA7A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2932" y="457200"/>
            <a:ext cx="274320" cy="27432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FD6FC80-E605-EECD-2DB9-0C3BD354776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45"/>
          <a:stretch>
            <a:fillRect/>
          </a:stretch>
        </p:blipFill>
        <p:spPr>
          <a:xfrm>
            <a:off x="365760" y="2854712"/>
            <a:ext cx="7752080" cy="3944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74535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5000">
        <p159:morph option="byObject"/>
      </p:transition>
    </mc:Choice>
    <mc:Fallback xmlns="">
      <p:transition spd="slow" advClick="0" advTm="15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9000"/>
                            </p:stCondLst>
                            <p:childTnLst>
                              <p:par>
                                <p:cTn id="21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14764-FFB2-D69F-8564-BDB9CF48E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8820DE78-7D2E-CA80-F6B2-3D47A318AF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6095998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</a:t>
            </a:r>
            <a:r>
              <a:rPr lang="en-CA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Attacker</a:t>
            </a: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CA" sz="16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F82FAA-4EB9-74AE-B502-56A2B918F8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8475030C-2238-C29C-E1FD-55AD9EC6B207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Attack Replay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remote code execution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- The exploit request returns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 404</a:t>
            </a:r>
            <a:r>
              <a:rPr lang="en-US" sz="2400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59F1A0-A7BA-A945-F18F-EF3BC4518C1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910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D7EB00F-EFE7-646A-F0B9-365C5F43F4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3664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740C160-FFA3-ADFF-94AF-947BCC46AF6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36498" y="510480"/>
            <a:ext cx="274320" cy="27432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093ABEC-CDE8-9154-E781-394405FDBFA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40897" y="510480"/>
            <a:ext cx="274320" cy="2743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298634A-B199-49AF-9A11-089FAC33CBC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0480" y="0"/>
            <a:ext cx="731520" cy="73152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9775086-6B00-C8EC-5AE7-E92294063C7D}"/>
              </a:ext>
            </a:extLst>
          </p:cNvPr>
          <p:cNvSpPr txBox="1"/>
          <p:nvPr/>
        </p:nvSpPr>
        <p:spPr>
          <a:xfrm>
            <a:off x="6095999" y="0"/>
            <a:ext cx="6096000" cy="91440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lvl="5"/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 cluster container code      </a:t>
            </a: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Security Specialist</a:t>
            </a:r>
            <a:endParaRPr lang="en-CA" sz="2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2B5ED38-C740-26B6-498E-46FC6C3F8D5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2058" y="457200"/>
            <a:ext cx="274320" cy="27432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74B3563-B36F-A074-EE0D-9E4B2F7895B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2437" y="457200"/>
            <a:ext cx="274320" cy="27432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167421E-724F-3B44-26E8-FC0C68B0743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2932" y="457200"/>
            <a:ext cx="274320" cy="27432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7A65D06-315A-2073-EEFA-E1A48694E28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552" r="34556"/>
          <a:stretch>
            <a:fillRect/>
          </a:stretch>
        </p:blipFill>
        <p:spPr>
          <a:xfrm>
            <a:off x="191329" y="2158998"/>
            <a:ext cx="11675551" cy="1680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0694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1000">
        <p159:morph option="byObject"/>
      </p:transition>
    </mc:Choice>
    <mc:Fallback xmlns="">
      <p:transition spd="slow" advClick="0" advTm="11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A107A-0070-9B00-D2E9-A02F27517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8BDAA2AB-62C8-AB7C-B3BC-A8279897E2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6095998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</a:t>
            </a:r>
            <a:r>
              <a:rPr lang="en-CA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Attacker</a:t>
            </a: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CA" sz="16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B29FD7-6CDA-46C8-2F31-22A5505316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C80C8BDB-1AE6-F8A7-E1CD-0F8948DD3459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Code layer</a:t>
            </a:r>
          </a:p>
          <a:p>
            <a:pPr marL="0" indent="0">
              <a:buNone/>
            </a:pPr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Patch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the vulnerable application dependencies.</a:t>
            </a:r>
          </a:p>
          <a:p>
            <a:pPr marL="0" indent="0">
              <a:buNone/>
            </a:pP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Harden the production </a:t>
            </a:r>
            <a:r>
              <a:rPr lang="en-US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41067F-3FCC-4E6A-5176-D2C4BABBF5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9910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B285CFB-21CC-D87A-27C3-CCCB8E7EA0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3664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6BAD5B0-144A-590E-214A-2621A1CE11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36498" y="510480"/>
            <a:ext cx="274320" cy="27432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F3688BE-3725-A177-6F2D-2F8960A1AE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40897" y="510480"/>
            <a:ext cx="274320" cy="2743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795DB72-A3A0-BF55-AC9C-8A378A9266A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0480" y="0"/>
            <a:ext cx="731520" cy="73152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1BD39B4-280A-5AA9-61CC-CE13F8781CBB}"/>
              </a:ext>
            </a:extLst>
          </p:cNvPr>
          <p:cNvSpPr txBox="1"/>
          <p:nvPr/>
        </p:nvSpPr>
        <p:spPr>
          <a:xfrm>
            <a:off x="6095999" y="0"/>
            <a:ext cx="6096000" cy="91440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lvl="5"/>
            <a:r>
              <a:rPr lang="en-US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 cluster container code      </a:t>
            </a:r>
            <a:r>
              <a:rPr lang="en-US" sz="2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Security Specialist</a:t>
            </a:r>
            <a:endParaRPr lang="en-CA" sz="2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D7CEA2-84A2-02D5-18A1-090A0132649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2058" y="457200"/>
            <a:ext cx="274320" cy="27432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0CE4EB0-8CD4-5979-5BBB-CBDDC08E2ED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2437" y="457200"/>
            <a:ext cx="274320" cy="27432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CADD581-B99C-08BC-0B71-CDBD8379883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2932" y="457200"/>
            <a:ext cx="274320" cy="27432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AAACE60-8FE1-312E-0EB5-F1FF1332111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6936" y="457200"/>
            <a:ext cx="274320" cy="27432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CD96839-11C9-A24D-89EE-7F0C44B852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99109" y="510480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02477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6000">
        <p159:morph option="byObject"/>
      </p:transition>
    </mc:Choice>
    <mc:Fallback xmlns="">
      <p:transition spd="slow" advClick="0" advTm="1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9" presetClass="exit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9000"/>
                            </p:stCondLst>
                            <p:childTnLst>
                              <p:par>
                                <p:cTn id="21" presetID="22" presetClass="entr" presetSubtype="4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1250"/>
                            </p:stCondLst>
                            <p:childTnLst>
                              <p:par>
                                <p:cTn id="25" presetID="22" presetClass="entr" presetSubtype="4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3A9AF-DFCE-DA82-2EEA-8C271CAF0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1DA50-B220-92CB-1B59-81121C1C4F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88720"/>
          </a:xfrm>
        </p:spPr>
        <p:txBody>
          <a:bodyPr>
            <a:normAutofit/>
          </a:bodyPr>
          <a:lstStyle/>
          <a:p>
            <a:r>
              <a:rPr lang="en-CA" sz="4800" b="1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Hardening - Cloud Layer</a:t>
            </a:r>
          </a:p>
        </p:txBody>
      </p:sp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0E3FC0EE-28D1-13FD-245F-05B4B07A74B8}"/>
              </a:ext>
            </a:extLst>
          </p:cNvPr>
          <p:cNvSpPr txBox="1">
            <a:spLocks/>
          </p:cNvSpPr>
          <p:nvPr/>
        </p:nvSpPr>
        <p:spPr>
          <a:xfrm>
            <a:off x="-1" y="1188720"/>
            <a:ext cx="12113173" cy="56692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CA" sz="3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01255C7-ACAE-E0E7-4D85-B86ABA6051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95" y="1026292"/>
            <a:ext cx="9940122" cy="5597531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AA84040-3CF9-8B56-B68C-B6053AD4729E}"/>
              </a:ext>
            </a:extLst>
          </p:cNvPr>
          <p:cNvSpPr/>
          <p:nvPr/>
        </p:nvSpPr>
        <p:spPr>
          <a:xfrm>
            <a:off x="4527395" y="4427034"/>
            <a:ext cx="5163015" cy="724829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553439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3000">
        <p159:morph option="byObject"/>
      </p:transition>
    </mc:Choice>
    <mc:Fallback xmlns="">
      <p:transition spd="slow" advClick="0" advTm="13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D7912-C4CE-E655-B393-3517075FA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235E8-3032-DDD0-C013-F5FC4FB30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88720"/>
          </a:xfrm>
        </p:spPr>
        <p:txBody>
          <a:bodyPr>
            <a:normAutofit/>
          </a:bodyPr>
          <a:lstStyle/>
          <a:p>
            <a:r>
              <a:rPr lang="en-CA" sz="4800" b="1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Hardening - Cluster Layer</a:t>
            </a:r>
          </a:p>
        </p:txBody>
      </p:sp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3339C797-ED2E-ADDC-A255-AA779CE4C9C9}"/>
              </a:ext>
            </a:extLst>
          </p:cNvPr>
          <p:cNvSpPr txBox="1">
            <a:spLocks/>
          </p:cNvSpPr>
          <p:nvPr/>
        </p:nvSpPr>
        <p:spPr>
          <a:xfrm>
            <a:off x="-1" y="1188720"/>
            <a:ext cx="12113173" cy="56692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CA" sz="3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4395E16-C8E3-FF13-2D5B-17155959EE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95" y="1026292"/>
            <a:ext cx="9940122" cy="5597531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84382BE-53ED-3387-07CC-997D552AB5BB}"/>
              </a:ext>
            </a:extLst>
          </p:cNvPr>
          <p:cNvSpPr/>
          <p:nvPr/>
        </p:nvSpPr>
        <p:spPr>
          <a:xfrm>
            <a:off x="4516244" y="2430967"/>
            <a:ext cx="5163015" cy="1282389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720967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0000">
        <p159:morph option="byObject"/>
      </p:transition>
    </mc:Choice>
    <mc:Fallback xmlns="">
      <p:transition spd="slow" advClick="0" advTm="10000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5C6A0-2423-312E-9436-7112B73B5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282AD-42B5-554C-4AEA-17DF35D8D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88720"/>
          </a:xfrm>
        </p:spPr>
        <p:txBody>
          <a:bodyPr>
            <a:normAutofit/>
          </a:bodyPr>
          <a:lstStyle/>
          <a:p>
            <a:r>
              <a:rPr lang="en-CA" sz="4800" b="1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Hardening - Container Layer</a:t>
            </a:r>
          </a:p>
        </p:txBody>
      </p:sp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B7D4166A-C3E7-DAAC-2699-BEF3605EFCD4}"/>
              </a:ext>
            </a:extLst>
          </p:cNvPr>
          <p:cNvSpPr txBox="1">
            <a:spLocks/>
          </p:cNvSpPr>
          <p:nvPr/>
        </p:nvSpPr>
        <p:spPr>
          <a:xfrm>
            <a:off x="-1" y="1188720"/>
            <a:ext cx="12113173" cy="56692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CA" sz="3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767ACB-A5F4-FC11-F157-21029E77C5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95" y="1026292"/>
            <a:ext cx="9940122" cy="5597531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56B4BF3-AAD6-E1D2-CC33-D769B8958A9E}"/>
              </a:ext>
            </a:extLst>
          </p:cNvPr>
          <p:cNvSpPr/>
          <p:nvPr/>
        </p:nvSpPr>
        <p:spPr>
          <a:xfrm>
            <a:off x="2352908" y="2888166"/>
            <a:ext cx="1750741" cy="992458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714700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0000">
        <p159:morph option="byObject"/>
      </p:transition>
    </mc:Choice>
    <mc:Fallback xmlns="">
      <p:transition spd="slow" advClick="0" advTm="10000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79D86-C7F1-72A1-57C2-D76AC7246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8D74B-F8CE-6C3B-899B-6ED5BFB79D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88720"/>
          </a:xfrm>
        </p:spPr>
        <p:txBody>
          <a:bodyPr>
            <a:normAutofit/>
          </a:bodyPr>
          <a:lstStyle/>
          <a:p>
            <a:r>
              <a:rPr lang="en-CA" sz="4800" b="1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Hardening - Code Layer</a:t>
            </a:r>
          </a:p>
        </p:txBody>
      </p:sp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B99AC69C-9922-883C-868D-A1640CC5F40E}"/>
              </a:ext>
            </a:extLst>
          </p:cNvPr>
          <p:cNvSpPr txBox="1">
            <a:spLocks/>
          </p:cNvSpPr>
          <p:nvPr/>
        </p:nvSpPr>
        <p:spPr>
          <a:xfrm>
            <a:off x="-1" y="1188720"/>
            <a:ext cx="12113173" cy="56692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CA" sz="3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8E742C-1320-9834-451A-729BC46A56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95" y="1026292"/>
            <a:ext cx="9940122" cy="5597531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14CA558-73DB-7A8B-F751-CD3019F663C5}"/>
              </a:ext>
            </a:extLst>
          </p:cNvPr>
          <p:cNvSpPr/>
          <p:nvPr/>
        </p:nvSpPr>
        <p:spPr>
          <a:xfrm>
            <a:off x="390294" y="2902662"/>
            <a:ext cx="1661531" cy="992458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58887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0000">
        <p159:morph option="byObject"/>
      </p:transition>
    </mc:Choice>
    <mc:Fallback xmlns="">
      <p:transition spd="slow" advClick="0" advTm="1000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204F2-84E1-038B-A36F-333664DD6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6486F-1461-D4B6-E55E-DAE277D52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88720"/>
          </a:xfrm>
        </p:spPr>
        <p:txBody>
          <a:bodyPr>
            <a:normAutofit/>
          </a:bodyPr>
          <a:lstStyle/>
          <a:p>
            <a:r>
              <a:rPr lang="en-CA" sz="4800" b="1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Hardening Summary</a:t>
            </a:r>
          </a:p>
        </p:txBody>
      </p:sp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02AEECF8-C262-AFA0-3F95-F1C9F5103851}"/>
              </a:ext>
            </a:extLst>
          </p:cNvPr>
          <p:cNvSpPr txBox="1">
            <a:spLocks/>
          </p:cNvSpPr>
          <p:nvPr/>
        </p:nvSpPr>
        <p:spPr>
          <a:xfrm>
            <a:off x="-1" y="1188720"/>
            <a:ext cx="12113173" cy="56692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CA" sz="3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D80DF60-FDCE-8A2B-43B7-B6A0D0DD1E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8578773"/>
              </p:ext>
            </p:extLst>
          </p:nvPr>
        </p:nvGraphicFramePr>
        <p:xfrm>
          <a:off x="202397" y="1375878"/>
          <a:ext cx="11787205" cy="4247186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37915">
                  <a:extLst>
                    <a:ext uri="{9D8B030D-6E8A-4147-A177-3AD203B41FA5}">
                      <a16:colId xmlns:a16="http://schemas.microsoft.com/office/drawing/2014/main" val="2354187931"/>
                    </a:ext>
                  </a:extLst>
                </a:gridCol>
                <a:gridCol w="4335564">
                  <a:extLst>
                    <a:ext uri="{9D8B030D-6E8A-4147-A177-3AD203B41FA5}">
                      <a16:colId xmlns:a16="http://schemas.microsoft.com/office/drawing/2014/main" val="2972417762"/>
                    </a:ext>
                  </a:extLst>
                </a:gridCol>
                <a:gridCol w="5713726">
                  <a:extLst>
                    <a:ext uri="{9D8B030D-6E8A-4147-A177-3AD203B41FA5}">
                      <a16:colId xmlns:a16="http://schemas.microsoft.com/office/drawing/2014/main" val="3338789427"/>
                    </a:ext>
                  </a:extLst>
                </a:gridCol>
              </a:tblGrid>
              <a:tr h="58958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2800" b="1" kern="1200" dirty="0">
                          <a:solidFill>
                            <a:schemeClr val="lt1"/>
                          </a:solidFill>
                          <a:effectLst/>
                        </a:rPr>
                        <a:t>Layer</a:t>
                      </a:r>
                      <a:endParaRPr lang="en-CA" sz="2800" b="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800" b="1" kern="1200" dirty="0">
                          <a:solidFill>
                            <a:schemeClr val="lt1"/>
                          </a:solidFill>
                          <a:effectLst/>
                        </a:rPr>
                        <a:t>Control</a:t>
                      </a:r>
                      <a:endParaRPr lang="en-CA" sz="2800" b="1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800" b="1" kern="1200" dirty="0">
                          <a:solidFill>
                            <a:schemeClr val="lt1"/>
                          </a:solidFill>
                          <a:effectLst/>
                        </a:rPr>
                        <a:t>Recorded result   </a:t>
                      </a:r>
                      <a:r>
                        <a:rPr lang="en-CA" sz="2400" b="0" kern="1200" dirty="0">
                          <a:solidFill>
                            <a:schemeClr val="lt1"/>
                          </a:solidFill>
                          <a:effectLst/>
                        </a:rPr>
                        <a:t> </a:t>
                      </a:r>
                      <a:endParaRPr lang="en-CA" sz="2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5148294"/>
                  </a:ext>
                </a:extLst>
              </a:tr>
              <a:tr h="5770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2400" b="0" kern="1200" dirty="0">
                          <a:solidFill>
                            <a:schemeClr val="dk1"/>
                          </a:solidFill>
                          <a:effectLst/>
                        </a:rPr>
                        <a:t>Cloud</a:t>
                      </a:r>
                      <a:endParaRPr lang="en-CA" sz="2400" b="0" kern="1200" dirty="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dirty="0"/>
                        <a:t>Remove unnecessary IRSA access</a:t>
                      </a:r>
                      <a:endParaRPr lang="en-CA" sz="2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Previous script cannot assume the role</a:t>
                      </a:r>
                      <a:endParaRPr lang="en-CA" sz="2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1363667"/>
                  </a:ext>
                </a:extLst>
              </a:tr>
              <a:tr h="48458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2400" b="0" kern="1200" dirty="0">
                          <a:solidFill>
                            <a:schemeClr val="dk1"/>
                          </a:solidFill>
                          <a:effectLst/>
                        </a:rPr>
                        <a:t>Cluster</a:t>
                      </a:r>
                      <a:endParaRPr lang="en-CA" sz="2400" b="0" kern="1200" dirty="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dirty="0"/>
                        <a:t>RBAC and network isolation</a:t>
                      </a:r>
                      <a:endParaRPr lang="en-CA" sz="2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Secret request forbidden; </a:t>
                      </a:r>
                    </a:p>
                    <a:p>
                      <a:r>
                        <a:rPr lang="en-US" sz="2400" dirty="0"/>
                        <a:t>internal API times out</a:t>
                      </a:r>
                      <a:endParaRPr lang="en-CA" sz="2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8623006"/>
                  </a:ext>
                </a:extLst>
              </a:tr>
              <a:tr h="97682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2400" b="0" kern="1200" dirty="0">
                          <a:solidFill>
                            <a:schemeClr val="dk1"/>
                          </a:solidFill>
                          <a:effectLst/>
                        </a:rPr>
                        <a:t>Container</a:t>
                      </a:r>
                      <a:endParaRPr lang="en-CA" sz="2400" b="0" kern="1200" dirty="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2400" dirty="0"/>
                        <a:t>Runtime and admission controls</a:t>
                      </a:r>
                      <a:endParaRPr lang="en-CA" sz="2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Non-root execution; </a:t>
                      </a:r>
                    </a:p>
                    <a:p>
                      <a:r>
                        <a:rPr lang="en-US" sz="2400" dirty="0"/>
                        <a:t>token absent; </a:t>
                      </a:r>
                    </a:p>
                    <a:p>
                      <a:r>
                        <a:rPr lang="en-US" sz="2400" dirty="0"/>
                        <a:t>root filesystem read-only</a:t>
                      </a:r>
                      <a:endParaRPr lang="en-CA" sz="2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34236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2400" b="0" kern="1200" dirty="0">
                          <a:solidFill>
                            <a:schemeClr val="dk1"/>
                          </a:solidFill>
                          <a:effectLst/>
                        </a:rPr>
                        <a:t>Code</a:t>
                      </a:r>
                      <a:endParaRPr lang="en-CA" sz="2400" b="0" kern="1200" dirty="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Dependency patch and hardened image</a:t>
                      </a:r>
                      <a:endParaRPr lang="en-CA" sz="2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Recorded exploit returns no command output</a:t>
                      </a:r>
                      <a:endParaRPr lang="en-CA" sz="2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50798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14050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10000">
        <p159:morph option="byObject"/>
      </p:transition>
    </mc:Choice>
    <mc:Fallback xmlns="">
      <p:transition spd="slow" advClick="0" advTm="10000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00CEB-0715-477F-9453-244E682BD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48B5BF-F2FC-3410-5554-0460F7CED9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88720"/>
          </a:xfrm>
        </p:spPr>
        <p:txBody>
          <a:bodyPr>
            <a:normAutofit/>
          </a:bodyPr>
          <a:lstStyle/>
          <a:p>
            <a:r>
              <a:rPr lang="en-CA" sz="4800" b="1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What Comes Next?</a:t>
            </a:r>
          </a:p>
        </p:txBody>
      </p:sp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48B7B1CC-2FC2-00B7-6867-E699AD40E52A}"/>
              </a:ext>
            </a:extLst>
          </p:cNvPr>
          <p:cNvSpPr txBox="1">
            <a:spLocks/>
          </p:cNvSpPr>
          <p:nvPr/>
        </p:nvSpPr>
        <p:spPr>
          <a:xfrm>
            <a:off x="-1" y="1188720"/>
            <a:ext cx="12113173" cy="56692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CA" sz="3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51A859-11F6-FFF0-CD48-0762F6016477}"/>
              </a:ext>
            </a:extLst>
          </p:cNvPr>
          <p:cNvSpPr txBox="1"/>
          <p:nvPr/>
        </p:nvSpPr>
        <p:spPr>
          <a:xfrm>
            <a:off x="0" y="1188720"/>
            <a:ext cx="12191999" cy="566928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controls are in place.</a:t>
            </a:r>
          </a:p>
          <a:p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do we </a:t>
            </a:r>
            <a:r>
              <a:rPr lang="en-US" sz="28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keep future changes secure</a:t>
            </a:r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</a:t>
            </a:r>
          </a:p>
          <a:p>
            <a:endParaRPr lang="en-US" sz="2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be continued: Integrate security practice in </a:t>
            </a:r>
            <a:r>
              <a:rPr lang="en-US" sz="28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CI/CD </a:t>
            </a:r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and Runtime </a:t>
            </a:r>
            <a:r>
              <a:rPr lang="en-US" sz="28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Monitoring</a:t>
            </a:r>
            <a:endParaRPr lang="en-CA" sz="2800" dirty="0">
              <a:solidFill>
                <a:srgbClr val="FFC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41391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 advClick="0" advTm="5000">
        <p159:morph option="byObject"/>
      </p:transition>
    </mc:Choice>
    <mc:Fallback xmlns="">
      <p:transition spd="slow" advClick="0" advTm="50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2204</TotalTime>
  <Words>1392</Words>
  <Application>Microsoft Office PowerPoint</Application>
  <PresentationFormat>Widescreen</PresentationFormat>
  <Paragraphs>197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Aptos</vt:lpstr>
      <vt:lpstr>Aptos Display</vt:lpstr>
      <vt:lpstr>Arial</vt:lpstr>
      <vt:lpstr>Calibri</vt:lpstr>
      <vt:lpstr>Consolas</vt:lpstr>
      <vt:lpstr>Wingdings</vt:lpstr>
      <vt:lpstr>Office Theme</vt:lpstr>
      <vt:lpstr>React2Shell on Amazon EKS</vt:lpstr>
      <vt:lpstr>A Security Specialist's Story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Hardening - Cloud Layer</vt:lpstr>
      <vt:lpstr>Hardening - Cluster Layer</vt:lpstr>
      <vt:lpstr>Hardening - Container Layer</vt:lpstr>
      <vt:lpstr>Hardening - Code Layer</vt:lpstr>
      <vt:lpstr>Hardening Summary</vt:lpstr>
      <vt:lpstr>What Comes Next?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Fong</dc:creator>
  <cp:lastModifiedBy>Simon Fong</cp:lastModifiedBy>
  <cp:revision>1</cp:revision>
  <dcterms:created xsi:type="dcterms:W3CDTF">2026-08-28T02:42:08Z</dcterms:created>
  <dcterms:modified xsi:type="dcterms:W3CDTF">2026-10-23T20:30:09Z</dcterms:modified>
</cp:coreProperties>
</file>