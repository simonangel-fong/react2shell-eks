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notesMasterIdLst>
    <p:notesMasterId r:id="rId20"/>
  </p:notesMasterIdLst>
  <p:sldIdLst>
    <p:sldId id="256" r:id="rId2"/>
    <p:sldId id="354" r:id="rId3"/>
    <p:sldId id="331" r:id="rId4"/>
    <p:sldId id="355" r:id="rId5"/>
    <p:sldId id="356" r:id="rId6"/>
    <p:sldId id="357" r:id="rId7"/>
    <p:sldId id="359" r:id="rId8"/>
    <p:sldId id="360" r:id="rId9"/>
    <p:sldId id="361" r:id="rId10"/>
    <p:sldId id="362" r:id="rId11"/>
    <p:sldId id="363" r:id="rId12"/>
    <p:sldId id="364" r:id="rId13"/>
    <p:sldId id="365" r:id="rId14"/>
    <p:sldId id="366" r:id="rId15"/>
    <p:sldId id="367" r:id="rId16"/>
    <p:sldId id="368" r:id="rId17"/>
    <p:sldId id="369" r:id="rId18"/>
    <p:sldId id="3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4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FEEB8B-BB36-4A3A-B06E-F26CB7EBBCFC}" v="557" dt="2026-10-22T02:23:34.401"/>
    <p1510:client id="{90388DFC-2480-48D6-ACA5-3B253BE164C6}" v="5681" dt="2026-10-21T21:52:59.4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158" autoAdjust="0"/>
  </p:normalViewPr>
  <p:slideViewPr>
    <p:cSldViewPr snapToGrid="0">
      <p:cViewPr varScale="1">
        <p:scale>
          <a:sx n="60" d="100"/>
          <a:sy n="60" d="100"/>
        </p:scale>
        <p:origin x="12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Fong" userId="0989948daaec8292" providerId="LiveId" clId="{F12E0490-60F3-4147-9D04-93D87D41D5A0}"/>
    <pc:docChg chg="undo redo custSel addSld delSld modSld sldOrd modMainMaster">
      <pc:chgData name="Simon Fong" userId="0989948daaec8292" providerId="LiveId" clId="{F12E0490-60F3-4147-9D04-93D87D41D5A0}" dt="2026-10-22T02:23:34.401" v="13107"/>
      <pc:docMkLst>
        <pc:docMk/>
      </pc:docMkLst>
      <pc:sldChg chg="addSp delSp modSp new mod modTransition setBg modClrScheme addAnim delAnim modAnim setClrOvrMap delDesignElem chgLayout">
        <pc:chgData name="Simon Fong" userId="0989948daaec8292" providerId="LiveId" clId="{F12E0490-60F3-4147-9D04-93D87D41D5A0}" dt="2026-10-21T18:52:23.940" v="11643"/>
        <pc:sldMkLst>
          <pc:docMk/>
          <pc:sldMk cId="500054961" sldId="256"/>
        </pc:sldMkLst>
        <pc:spChg chg="mod">
          <ac:chgData name="Simon Fong" userId="0989948daaec8292" providerId="LiveId" clId="{F12E0490-60F3-4147-9D04-93D87D41D5A0}" dt="2026-10-20T22:34:54.386" v="4425"/>
          <ac:spMkLst>
            <pc:docMk/>
            <pc:sldMk cId="500054961" sldId="256"/>
            <ac:spMk id="22" creationId="{0B66FF80-661C-B63A-31A9-41C8E14A7664}"/>
          </ac:spMkLst>
        </pc:spChg>
        <pc:spChg chg="mod">
          <ac:chgData name="Simon Fong" userId="0989948daaec8292" providerId="LiveId" clId="{F12E0490-60F3-4147-9D04-93D87D41D5A0}" dt="2026-10-21T02:57:13.816" v="9107" actId="6549"/>
          <ac:spMkLst>
            <pc:docMk/>
            <pc:sldMk cId="500054961" sldId="256"/>
            <ac:spMk id="24" creationId="{FFB20242-D968-BFEB-4CC4-53D1AD03BDE0}"/>
          </ac:spMkLst>
        </pc:spChg>
        <pc:picChg chg="add mod ord">
          <ac:chgData name="Simon Fong" userId="0989948daaec8292" providerId="LiveId" clId="{F12E0490-60F3-4147-9D04-93D87D41D5A0}" dt="2026-10-20T22:34:34.354" v="4422" actId="14826"/>
          <ac:picMkLst>
            <pc:docMk/>
            <pc:sldMk cId="500054961" sldId="256"/>
            <ac:picMk id="32" creationId="{7158F0ED-9F1D-EFEC-3544-41B5BB8F4EAA}"/>
          </ac:picMkLst>
        </pc:picChg>
      </pc:sldChg>
      <pc:sldChg chg="addSp delSp modSp del mod modTransition setBg addAnim delAnim modAnim">
        <pc:chgData name="Simon Fong" userId="0989948daaec8292" providerId="LiveId" clId="{F12E0490-60F3-4147-9D04-93D87D41D5A0}" dt="2026-10-21T12:25:18.662" v="10543" actId="2696"/>
        <pc:sldMkLst>
          <pc:docMk/>
          <pc:sldMk cId="2614099860" sldId="299"/>
        </pc:sldMkLst>
        <pc:spChg chg="mod">
          <ac:chgData name="Simon Fong" userId="0989948daaec8292" providerId="LiveId" clId="{F12E0490-60F3-4147-9D04-93D87D41D5A0}" dt="2026-10-21T02:59:25.117" v="9127" actId="20577"/>
          <ac:spMkLst>
            <pc:docMk/>
            <pc:sldMk cId="2614099860" sldId="299"/>
            <ac:spMk id="2" creationId="{376E43E4-9D12-5EDA-E94F-09F811677D74}"/>
          </ac:spMkLst>
        </pc:spChg>
        <pc:spChg chg="add mod">
          <ac:chgData name="Simon Fong" userId="0989948daaec8292" providerId="LiveId" clId="{F12E0490-60F3-4147-9D04-93D87D41D5A0}" dt="2026-10-21T12:25:09.460" v="10542" actId="6549"/>
          <ac:spMkLst>
            <pc:docMk/>
            <pc:sldMk cId="2614099860" sldId="299"/>
            <ac:spMk id="5" creationId="{53750D2B-5767-BF89-0278-6F14B78CCAE9}"/>
          </ac:spMkLst>
        </pc:spChg>
        <pc:picChg chg="add del mod modCrop">
          <ac:chgData name="Simon Fong" userId="0989948daaec8292" providerId="LiveId" clId="{F12E0490-60F3-4147-9D04-93D87D41D5A0}" dt="2026-10-21T12:25:04.646" v="10541" actId="478"/>
          <ac:picMkLst>
            <pc:docMk/>
            <pc:sldMk cId="2614099860" sldId="299"/>
            <ac:picMk id="15" creationId="{FE5B35CD-2239-6B58-7260-8A80856CCAEB}"/>
          </ac:picMkLst>
        </pc:picChg>
      </pc:sldChg>
      <pc:sldChg chg="del">
        <pc:chgData name="Simon Fong" userId="0989948daaec8292" providerId="LiveId" clId="{F12E0490-60F3-4147-9D04-93D87D41D5A0}" dt="2026-10-21T01:53:59.202" v="9011" actId="47"/>
        <pc:sldMkLst>
          <pc:docMk/>
          <pc:sldMk cId="3152548219" sldId="303"/>
        </pc:sldMkLst>
      </pc:sldChg>
      <pc:sldChg chg="del">
        <pc:chgData name="Simon Fong" userId="0989948daaec8292" providerId="LiveId" clId="{F12E0490-60F3-4147-9D04-93D87D41D5A0}" dt="2026-10-21T00:15:41.004" v="6188" actId="47"/>
        <pc:sldMkLst>
          <pc:docMk/>
          <pc:sldMk cId="154950490" sldId="304"/>
        </pc:sldMkLst>
      </pc:sldChg>
      <pc:sldChg chg="del">
        <pc:chgData name="Simon Fong" userId="0989948daaec8292" providerId="LiveId" clId="{F12E0490-60F3-4147-9D04-93D87D41D5A0}" dt="2026-10-21T00:15:41.913" v="6189" actId="47"/>
        <pc:sldMkLst>
          <pc:docMk/>
          <pc:sldMk cId="458410333" sldId="305"/>
        </pc:sldMkLst>
      </pc:sldChg>
      <pc:sldChg chg="del">
        <pc:chgData name="Simon Fong" userId="0989948daaec8292" providerId="LiveId" clId="{F12E0490-60F3-4147-9D04-93D87D41D5A0}" dt="2026-10-21T00:15:42.656" v="6190" actId="47"/>
        <pc:sldMkLst>
          <pc:docMk/>
          <pc:sldMk cId="2965289231" sldId="307"/>
        </pc:sldMkLst>
      </pc:sldChg>
      <pc:sldChg chg="del">
        <pc:chgData name="Simon Fong" userId="0989948daaec8292" providerId="LiveId" clId="{F12E0490-60F3-4147-9D04-93D87D41D5A0}" dt="2026-10-21T00:15:45.381" v="6192" actId="47"/>
        <pc:sldMkLst>
          <pc:docMk/>
          <pc:sldMk cId="1253844731" sldId="309"/>
        </pc:sldMkLst>
      </pc:sldChg>
      <pc:sldChg chg="del">
        <pc:chgData name="Simon Fong" userId="0989948daaec8292" providerId="LiveId" clId="{F12E0490-60F3-4147-9D04-93D87D41D5A0}" dt="2026-10-21T00:15:46.212" v="6193" actId="47"/>
        <pc:sldMkLst>
          <pc:docMk/>
          <pc:sldMk cId="1940810225" sldId="310"/>
        </pc:sldMkLst>
      </pc:sldChg>
      <pc:sldChg chg="del">
        <pc:chgData name="Simon Fong" userId="0989948daaec8292" providerId="LiveId" clId="{F12E0490-60F3-4147-9D04-93D87D41D5A0}" dt="2026-10-21T00:15:46.988" v="6194" actId="47"/>
        <pc:sldMkLst>
          <pc:docMk/>
          <pc:sldMk cId="445451169" sldId="311"/>
        </pc:sldMkLst>
      </pc:sldChg>
      <pc:sldChg chg="del">
        <pc:chgData name="Simon Fong" userId="0989948daaec8292" providerId="LiveId" clId="{F12E0490-60F3-4147-9D04-93D87D41D5A0}" dt="2026-10-21T00:15:47.797" v="6195" actId="47"/>
        <pc:sldMkLst>
          <pc:docMk/>
          <pc:sldMk cId="629098228" sldId="312"/>
        </pc:sldMkLst>
      </pc:sldChg>
      <pc:sldChg chg="del">
        <pc:chgData name="Simon Fong" userId="0989948daaec8292" providerId="LiveId" clId="{F12E0490-60F3-4147-9D04-93D87D41D5A0}" dt="2026-10-21T00:15:48.600" v="6196" actId="47"/>
        <pc:sldMkLst>
          <pc:docMk/>
          <pc:sldMk cId="3118197996" sldId="314"/>
        </pc:sldMkLst>
      </pc:sldChg>
      <pc:sldChg chg="del">
        <pc:chgData name="Simon Fong" userId="0989948daaec8292" providerId="LiveId" clId="{F12E0490-60F3-4147-9D04-93D87D41D5A0}" dt="2026-10-21T00:15:49.248" v="6197" actId="47"/>
        <pc:sldMkLst>
          <pc:docMk/>
          <pc:sldMk cId="1980785618" sldId="315"/>
        </pc:sldMkLst>
      </pc:sldChg>
      <pc:sldChg chg="del">
        <pc:chgData name="Simon Fong" userId="0989948daaec8292" providerId="LiveId" clId="{F12E0490-60F3-4147-9D04-93D87D41D5A0}" dt="2026-10-21T00:15:50.110" v="6198" actId="47"/>
        <pc:sldMkLst>
          <pc:docMk/>
          <pc:sldMk cId="336396854" sldId="316"/>
        </pc:sldMkLst>
      </pc:sldChg>
      <pc:sldChg chg="del">
        <pc:chgData name="Simon Fong" userId="0989948daaec8292" providerId="LiveId" clId="{F12E0490-60F3-4147-9D04-93D87D41D5A0}" dt="2026-10-21T00:15:50.862" v="6199" actId="47"/>
        <pc:sldMkLst>
          <pc:docMk/>
          <pc:sldMk cId="3223453815" sldId="317"/>
        </pc:sldMkLst>
      </pc:sldChg>
      <pc:sldChg chg="del">
        <pc:chgData name="Simon Fong" userId="0989948daaec8292" providerId="LiveId" clId="{F12E0490-60F3-4147-9D04-93D87D41D5A0}" dt="2026-10-21T00:15:51.964" v="6200" actId="47"/>
        <pc:sldMkLst>
          <pc:docMk/>
          <pc:sldMk cId="3040432693" sldId="318"/>
        </pc:sldMkLst>
      </pc:sldChg>
      <pc:sldChg chg="del">
        <pc:chgData name="Simon Fong" userId="0989948daaec8292" providerId="LiveId" clId="{F12E0490-60F3-4147-9D04-93D87D41D5A0}" dt="2026-10-21T00:15:53.010" v="6201" actId="47"/>
        <pc:sldMkLst>
          <pc:docMk/>
          <pc:sldMk cId="3178247567" sldId="319"/>
        </pc:sldMkLst>
      </pc:sldChg>
      <pc:sldChg chg="del">
        <pc:chgData name="Simon Fong" userId="0989948daaec8292" providerId="LiveId" clId="{F12E0490-60F3-4147-9D04-93D87D41D5A0}" dt="2026-10-21T00:15:53.940" v="6202" actId="47"/>
        <pc:sldMkLst>
          <pc:docMk/>
          <pc:sldMk cId="1051266353" sldId="320"/>
        </pc:sldMkLst>
      </pc:sldChg>
      <pc:sldChg chg="del">
        <pc:chgData name="Simon Fong" userId="0989948daaec8292" providerId="LiveId" clId="{F12E0490-60F3-4147-9D04-93D87D41D5A0}" dt="2026-10-21T00:15:54.842" v="6203" actId="47"/>
        <pc:sldMkLst>
          <pc:docMk/>
          <pc:sldMk cId="3116010713" sldId="321"/>
        </pc:sldMkLst>
      </pc:sldChg>
      <pc:sldChg chg="del">
        <pc:chgData name="Simon Fong" userId="0989948daaec8292" providerId="LiveId" clId="{F12E0490-60F3-4147-9D04-93D87D41D5A0}" dt="2026-10-21T00:15:55.609" v="6204" actId="47"/>
        <pc:sldMkLst>
          <pc:docMk/>
          <pc:sldMk cId="3774111530" sldId="322"/>
        </pc:sldMkLst>
      </pc:sldChg>
      <pc:sldChg chg="del">
        <pc:chgData name="Simon Fong" userId="0989948daaec8292" providerId="LiveId" clId="{F12E0490-60F3-4147-9D04-93D87D41D5A0}" dt="2026-10-21T00:15:56.781" v="6205" actId="47"/>
        <pc:sldMkLst>
          <pc:docMk/>
          <pc:sldMk cId="168713412" sldId="323"/>
        </pc:sldMkLst>
      </pc:sldChg>
      <pc:sldChg chg="del">
        <pc:chgData name="Simon Fong" userId="0989948daaec8292" providerId="LiveId" clId="{F12E0490-60F3-4147-9D04-93D87D41D5A0}" dt="2026-10-21T00:15:43.591" v="6191" actId="47"/>
        <pc:sldMkLst>
          <pc:docMk/>
          <pc:sldMk cId="1105254801" sldId="324"/>
        </pc:sldMkLst>
      </pc:sldChg>
      <pc:sldChg chg="del">
        <pc:chgData name="Simon Fong" userId="0989948daaec8292" providerId="LiveId" clId="{F12E0490-60F3-4147-9D04-93D87D41D5A0}" dt="2026-10-21T00:16:00.975" v="6206" actId="47"/>
        <pc:sldMkLst>
          <pc:docMk/>
          <pc:sldMk cId="2202765662" sldId="325"/>
        </pc:sldMkLst>
      </pc:sldChg>
      <pc:sldChg chg="modSp add del mod">
        <pc:chgData name="Simon Fong" userId="0989948daaec8292" providerId="LiveId" clId="{F12E0490-60F3-4147-9D04-93D87D41D5A0}" dt="2026-10-21T16:06:14.539" v="11495" actId="47"/>
        <pc:sldMkLst>
          <pc:docMk/>
          <pc:sldMk cId="2139981956" sldId="327"/>
        </pc:sldMkLst>
        <pc:spChg chg="mod">
          <ac:chgData name="Simon Fong" userId="0989948daaec8292" providerId="LiveId" clId="{F12E0490-60F3-4147-9D04-93D87D41D5A0}" dt="2026-10-21T01:54:55.218" v="9059" actId="20577"/>
          <ac:spMkLst>
            <pc:docMk/>
            <pc:sldMk cId="2139981956" sldId="327"/>
            <ac:spMk id="7" creationId="{7E09983B-0D3F-4767-7BF1-6D71DA878A88}"/>
          </ac:spMkLst>
        </pc:spChg>
      </pc:sldChg>
      <pc:sldChg chg="addSp delSp modSp add del mod setBg modAnim">
        <pc:chgData name="Simon Fong" userId="0989948daaec8292" providerId="LiveId" clId="{F12E0490-60F3-4147-9D04-93D87D41D5A0}" dt="2026-10-21T00:15:32.247" v="6185" actId="2696"/>
        <pc:sldMkLst>
          <pc:docMk/>
          <pc:sldMk cId="2543258771" sldId="328"/>
        </pc:sldMkLst>
      </pc:sldChg>
      <pc:sldChg chg="modSp add del setBg modAnim">
        <pc:chgData name="Simon Fong" userId="0989948daaec8292" providerId="LiveId" clId="{F12E0490-60F3-4147-9D04-93D87D41D5A0}" dt="2026-10-21T00:15:37.994" v="6187" actId="2696"/>
        <pc:sldMkLst>
          <pc:docMk/>
          <pc:sldMk cId="3602892923" sldId="329"/>
        </pc:sldMkLst>
      </pc:sldChg>
      <pc:sldChg chg="addSp delSp modSp add del mod setBg modAnim">
        <pc:chgData name="Simon Fong" userId="0989948daaec8292" providerId="LiveId" clId="{F12E0490-60F3-4147-9D04-93D87D41D5A0}" dt="2026-10-21T00:15:35.562" v="6186" actId="2696"/>
        <pc:sldMkLst>
          <pc:docMk/>
          <pc:sldMk cId="1392044893" sldId="330"/>
        </pc:sldMkLst>
      </pc:sldChg>
      <pc:sldChg chg="addSp delSp modSp add mod modTransition setBg addAnim delAnim modAnim modNotesTx">
        <pc:chgData name="Simon Fong" userId="0989948daaec8292" providerId="LiveId" clId="{F12E0490-60F3-4147-9D04-93D87D41D5A0}" dt="2026-10-22T01:38:37.227" v="12695"/>
        <pc:sldMkLst>
          <pc:docMk/>
          <pc:sldMk cId="1681895122" sldId="331"/>
        </pc:sldMkLst>
        <pc:spChg chg="mod">
          <ac:chgData name="Simon Fong" userId="0989948daaec8292" providerId="LiveId" clId="{F12E0490-60F3-4147-9D04-93D87D41D5A0}" dt="2026-10-22T00:07:27.532" v="12010" actId="6549"/>
          <ac:spMkLst>
            <pc:docMk/>
            <pc:sldMk cId="1681895122" sldId="331"/>
            <ac:spMk id="5" creationId="{9C661C2C-42CF-042C-526F-FF6ADD970227}"/>
          </ac:spMkLst>
        </pc:spChg>
        <pc:spChg chg="mod">
          <ac:chgData name="Simon Fong" userId="0989948daaec8292" providerId="LiveId" clId="{F12E0490-60F3-4147-9D04-93D87D41D5A0}" dt="2026-10-21T23:27:22.673" v="11966" actId="255"/>
          <ac:spMkLst>
            <pc:docMk/>
            <pc:sldMk cId="1681895122" sldId="331"/>
            <ac:spMk id="21" creationId="{83B02FF7-99F7-FDB7-1FB2-ACCCF640C493}"/>
          </ac:spMkLst>
        </pc:spChg>
        <pc:picChg chg="add mod modCrop">
          <ac:chgData name="Simon Fong" userId="0989948daaec8292" providerId="LiveId" clId="{F12E0490-60F3-4147-9D04-93D87D41D5A0}" dt="2026-10-22T00:07:35.488" v="12011" actId="1076"/>
          <ac:picMkLst>
            <pc:docMk/>
            <pc:sldMk cId="1681895122" sldId="331"/>
            <ac:picMk id="3" creationId="{A491A172-9A90-EBDF-B11F-89FF70985453}"/>
          </ac:picMkLst>
        </pc:picChg>
        <pc:picChg chg="mod">
          <ac:chgData name="Simon Fong" userId="0989948daaec8292" providerId="LiveId" clId="{F12E0490-60F3-4147-9D04-93D87D41D5A0}" dt="2026-10-21T23:23:45.525" v="11952" actId="14826"/>
          <ac:picMkLst>
            <pc:docMk/>
            <pc:sldMk cId="1681895122" sldId="331"/>
            <ac:picMk id="4" creationId="{DE7C1331-EFAD-8170-5D75-846B2AD91509}"/>
          </ac:picMkLst>
        </pc:picChg>
        <pc:picChg chg="add del mod">
          <ac:chgData name="Simon Fong" userId="0989948daaec8292" providerId="LiveId" clId="{F12E0490-60F3-4147-9D04-93D87D41D5A0}" dt="2026-10-21T23:28:22.808" v="11990" actId="478"/>
          <ac:picMkLst>
            <pc:docMk/>
            <pc:sldMk cId="1681895122" sldId="331"/>
            <ac:picMk id="10" creationId="{F3521340-72EE-8120-5F77-E4F77CBF9C68}"/>
          </ac:picMkLst>
        </pc:picChg>
      </pc:sldChg>
      <pc:sldChg chg="addSp delSp modSp add del mod modTransition setBg addAnim delAnim modAnim">
        <pc:chgData name="Simon Fong" userId="0989948daaec8292" providerId="LiveId" clId="{F12E0490-60F3-4147-9D04-93D87D41D5A0}" dt="2026-10-21T23:23:04.901" v="11951" actId="47"/>
        <pc:sldMkLst>
          <pc:docMk/>
          <pc:sldMk cId="4215080606" sldId="333"/>
        </pc:sldMkLst>
        <pc:spChg chg="add del">
          <ac:chgData name="Simon Fong" userId="0989948daaec8292" providerId="LiveId" clId="{F12E0490-60F3-4147-9D04-93D87D41D5A0}" dt="2026-10-21T03:02:01.152" v="9203" actId="22"/>
          <ac:spMkLst>
            <pc:docMk/>
            <pc:sldMk cId="4215080606" sldId="333"/>
            <ac:spMk id="3" creationId="{591BAF78-434B-D696-1AE3-ED1BC22EECCC}"/>
          </ac:spMkLst>
        </pc:spChg>
        <pc:spChg chg="mod">
          <ac:chgData name="Simon Fong" userId="0989948daaec8292" providerId="LiveId" clId="{F12E0490-60F3-4147-9D04-93D87D41D5A0}" dt="2026-10-21T12:41:59.232" v="10694" actId="20577"/>
          <ac:spMkLst>
            <pc:docMk/>
            <pc:sldMk cId="4215080606" sldId="333"/>
            <ac:spMk id="5" creationId="{8F83ECEE-842B-5C7A-4B24-15265F3F8B3F}"/>
          </ac:spMkLst>
        </pc:spChg>
        <pc:spChg chg="add mod">
          <ac:chgData name="Simon Fong" userId="0989948daaec8292" providerId="LiveId" clId="{F12E0490-60F3-4147-9D04-93D87D41D5A0}" dt="2026-10-21T03:02:04.759" v="9205" actId="767"/>
          <ac:spMkLst>
            <pc:docMk/>
            <pc:sldMk cId="4215080606" sldId="333"/>
            <ac:spMk id="6" creationId="{EF492B55-2C98-A8AD-CB36-FB4A44485042}"/>
          </ac:spMkLst>
        </pc:spChg>
        <pc:spChg chg="add del">
          <ac:chgData name="Simon Fong" userId="0989948daaec8292" providerId="LiveId" clId="{F12E0490-60F3-4147-9D04-93D87D41D5A0}" dt="2026-10-21T03:02:14.614" v="9208" actId="22"/>
          <ac:spMkLst>
            <pc:docMk/>
            <pc:sldMk cId="4215080606" sldId="333"/>
            <ac:spMk id="8" creationId="{94D0F96A-9C28-78CF-0DD3-607CA5F742F6}"/>
          </ac:spMkLst>
        </pc:spChg>
        <pc:spChg chg="mod">
          <ac:chgData name="Simon Fong" userId="0989948daaec8292" providerId="LiveId" clId="{F12E0490-60F3-4147-9D04-93D87D41D5A0}" dt="2026-10-21T12:41:55.187" v="10693" actId="2085"/>
          <ac:spMkLst>
            <pc:docMk/>
            <pc:sldMk cId="4215080606" sldId="333"/>
            <ac:spMk id="21" creationId="{08F1DB40-8A87-06B1-26B9-4AFE6CDD26BD}"/>
          </ac:spMkLst>
        </pc:spChg>
        <pc:picChg chg="mod modCrop">
          <ac:chgData name="Simon Fong" userId="0989948daaec8292" providerId="LiveId" clId="{F12E0490-60F3-4147-9D04-93D87D41D5A0}" dt="2026-10-21T12:42:09.463" v="10695" actId="14100"/>
          <ac:picMkLst>
            <pc:docMk/>
            <pc:sldMk cId="4215080606" sldId="333"/>
            <ac:picMk id="10" creationId="{8F10A309-E41C-859A-65B4-82495C1240A6}"/>
          </ac:picMkLst>
        </pc:picChg>
      </pc:sldChg>
      <pc:sldChg chg="addSp delSp modSp add del mod modTransition addAnim delAnim modAnim">
        <pc:chgData name="Simon Fong" userId="0989948daaec8292" providerId="LiveId" clId="{F12E0490-60F3-4147-9D04-93D87D41D5A0}" dt="2026-10-21T23:23:04.901" v="11951" actId="47"/>
        <pc:sldMkLst>
          <pc:docMk/>
          <pc:sldMk cId="1266063993" sldId="335"/>
        </pc:sldMkLst>
        <pc:spChg chg="mod">
          <ac:chgData name="Simon Fong" userId="0989948daaec8292" providerId="LiveId" clId="{F12E0490-60F3-4147-9D04-93D87D41D5A0}" dt="2026-10-21T12:42:39.741" v="10697" actId="20577"/>
          <ac:spMkLst>
            <pc:docMk/>
            <pc:sldMk cId="1266063993" sldId="335"/>
            <ac:spMk id="5" creationId="{113BDD0D-BF04-8D0A-B104-D2F482277D66}"/>
          </ac:spMkLst>
        </pc:spChg>
        <pc:spChg chg="mod">
          <ac:chgData name="Simon Fong" userId="0989948daaec8292" providerId="LiveId" clId="{F12E0490-60F3-4147-9D04-93D87D41D5A0}" dt="2026-10-21T12:42:36.416" v="10696" actId="2085"/>
          <ac:spMkLst>
            <pc:docMk/>
            <pc:sldMk cId="1266063993" sldId="335"/>
            <ac:spMk id="21" creationId="{EB4817D6-47CB-A5A2-9E37-8A167EFE3A0D}"/>
          </ac:spMkLst>
        </pc:spChg>
        <pc:picChg chg="add mod">
          <ac:chgData name="Simon Fong" userId="0989948daaec8292" providerId="LiveId" clId="{F12E0490-60F3-4147-9D04-93D87D41D5A0}" dt="2026-10-21T03:04:52.156" v="9273" actId="1076"/>
          <ac:picMkLst>
            <pc:docMk/>
            <pc:sldMk cId="1266063993" sldId="335"/>
            <ac:picMk id="3" creationId="{1C5C56BD-9398-C32E-CDFF-C169ECC400FF}"/>
          </ac:picMkLst>
        </pc:picChg>
      </pc:sldChg>
      <pc:sldChg chg="addSp modSp add del mod modTransition addAnim delAnim modAnim">
        <pc:chgData name="Simon Fong" userId="0989948daaec8292" providerId="LiveId" clId="{F12E0490-60F3-4147-9D04-93D87D41D5A0}" dt="2026-10-21T23:23:04.901" v="11951" actId="47"/>
        <pc:sldMkLst>
          <pc:docMk/>
          <pc:sldMk cId="1291358676" sldId="336"/>
        </pc:sldMkLst>
        <pc:spChg chg="mod">
          <ac:chgData name="Simon Fong" userId="0989948daaec8292" providerId="LiveId" clId="{F12E0490-60F3-4147-9D04-93D87D41D5A0}" dt="2026-10-21T12:43:52.623" v="10705" actId="5793"/>
          <ac:spMkLst>
            <pc:docMk/>
            <pc:sldMk cId="1291358676" sldId="336"/>
            <ac:spMk id="5" creationId="{8A1C8B9D-53F5-4AC6-08AF-FF24D9E94558}"/>
          </ac:spMkLst>
        </pc:spChg>
        <pc:spChg chg="mod">
          <ac:chgData name="Simon Fong" userId="0989948daaec8292" providerId="LiveId" clId="{F12E0490-60F3-4147-9D04-93D87D41D5A0}" dt="2026-10-21T12:43:12.986" v="10698" actId="2085"/>
          <ac:spMkLst>
            <pc:docMk/>
            <pc:sldMk cId="1291358676" sldId="336"/>
            <ac:spMk id="21" creationId="{68585934-AEB4-1965-41C2-E43C6B54E0E7}"/>
          </ac:spMkLst>
        </pc:spChg>
        <pc:picChg chg="mod">
          <ac:chgData name="Simon Fong" userId="0989948daaec8292" providerId="LiveId" clId="{F12E0490-60F3-4147-9D04-93D87D41D5A0}" dt="2026-10-21T03:06:41.603" v="9307" actId="1038"/>
          <ac:picMkLst>
            <pc:docMk/>
            <pc:sldMk cId="1291358676" sldId="336"/>
            <ac:picMk id="3" creationId="{52B6C43A-49CF-5DAC-E54F-66426B5C80C6}"/>
          </ac:picMkLst>
        </pc:picChg>
        <pc:picChg chg="add mod modCrop">
          <ac:chgData name="Simon Fong" userId="0989948daaec8292" providerId="LiveId" clId="{F12E0490-60F3-4147-9D04-93D87D41D5A0}" dt="2026-10-21T00:06:28.544" v="5930" actId="14100"/>
          <ac:picMkLst>
            <pc:docMk/>
            <pc:sldMk cId="1291358676" sldId="336"/>
            <ac:picMk id="6" creationId="{A8E45675-76C8-86C4-14A7-58E8C907D1DB}"/>
          </ac:picMkLst>
        </pc:picChg>
      </pc:sldChg>
      <pc:sldChg chg="addSp delSp modSp add del mod modTransition addAnim delAnim modAnim">
        <pc:chgData name="Simon Fong" userId="0989948daaec8292" providerId="LiveId" clId="{F12E0490-60F3-4147-9D04-93D87D41D5A0}" dt="2026-10-21T23:23:04.901" v="11951" actId="47"/>
        <pc:sldMkLst>
          <pc:docMk/>
          <pc:sldMk cId="396072384" sldId="337"/>
        </pc:sldMkLst>
        <pc:spChg chg="mod">
          <ac:chgData name="Simon Fong" userId="0989948daaec8292" providerId="LiveId" clId="{F12E0490-60F3-4147-9D04-93D87D41D5A0}" dt="2026-10-21T12:44:31.004" v="10707" actId="20577"/>
          <ac:spMkLst>
            <pc:docMk/>
            <pc:sldMk cId="396072384" sldId="337"/>
            <ac:spMk id="5" creationId="{8EC8DDD9-CC9F-AE93-960B-5B2FBC386262}"/>
          </ac:spMkLst>
        </pc:spChg>
        <pc:spChg chg="mod">
          <ac:chgData name="Simon Fong" userId="0989948daaec8292" providerId="LiveId" clId="{F12E0490-60F3-4147-9D04-93D87D41D5A0}" dt="2026-10-21T12:44:26.118" v="10706" actId="2085"/>
          <ac:spMkLst>
            <pc:docMk/>
            <pc:sldMk cId="396072384" sldId="337"/>
            <ac:spMk id="21" creationId="{5586E152-CCD5-3FEC-8843-C4801C9DC223}"/>
          </ac:spMkLst>
        </pc:spChg>
        <pc:picChg chg="mod">
          <ac:chgData name="Simon Fong" userId="0989948daaec8292" providerId="LiveId" clId="{F12E0490-60F3-4147-9D04-93D87D41D5A0}" dt="2026-10-21T03:08:24.725" v="9355" actId="1037"/>
          <ac:picMkLst>
            <pc:docMk/>
            <pc:sldMk cId="396072384" sldId="337"/>
            <ac:picMk id="3" creationId="{64E2470D-C606-3B08-AAD2-1EFFB9EC9667}"/>
          </ac:picMkLst>
        </pc:picChg>
        <pc:picChg chg="del mod">
          <ac:chgData name="Simon Fong" userId="0989948daaec8292" providerId="LiveId" clId="{F12E0490-60F3-4147-9D04-93D87D41D5A0}" dt="2026-10-21T00:07:36.816" v="5984" actId="478"/>
          <ac:picMkLst>
            <pc:docMk/>
            <pc:sldMk cId="396072384" sldId="337"/>
            <ac:picMk id="6" creationId="{E34EDDB3-4C33-212A-1978-327E3B24DAE6}"/>
          </ac:picMkLst>
        </pc:picChg>
        <pc:picChg chg="add mod modCrop">
          <ac:chgData name="Simon Fong" userId="0989948daaec8292" providerId="LiveId" clId="{F12E0490-60F3-4147-9D04-93D87D41D5A0}" dt="2026-10-21T12:44:39.277" v="10708" actId="1076"/>
          <ac:picMkLst>
            <pc:docMk/>
            <pc:sldMk cId="396072384" sldId="337"/>
            <ac:picMk id="7" creationId="{9FBBA423-E782-8B38-325A-A0247F37820A}"/>
          </ac:picMkLst>
        </pc:picChg>
      </pc:sldChg>
      <pc:sldChg chg="addSp delSp modSp add del mod modTransition addAnim delAnim modAnim">
        <pc:chgData name="Simon Fong" userId="0989948daaec8292" providerId="LiveId" clId="{F12E0490-60F3-4147-9D04-93D87D41D5A0}" dt="2026-10-21T23:23:04.901" v="11951" actId="47"/>
        <pc:sldMkLst>
          <pc:docMk/>
          <pc:sldMk cId="1375253281" sldId="338"/>
        </pc:sldMkLst>
        <pc:spChg chg="mod">
          <ac:chgData name="Simon Fong" userId="0989948daaec8292" providerId="LiveId" clId="{F12E0490-60F3-4147-9D04-93D87D41D5A0}" dt="2026-10-21T12:45:03.431" v="10709" actId="20577"/>
          <ac:spMkLst>
            <pc:docMk/>
            <pc:sldMk cId="1375253281" sldId="338"/>
            <ac:spMk id="5" creationId="{008FEE48-14CF-C57B-A40D-F0338BE0C645}"/>
          </ac:spMkLst>
        </pc:spChg>
        <pc:spChg chg="mod">
          <ac:chgData name="Simon Fong" userId="0989948daaec8292" providerId="LiveId" clId="{F12E0490-60F3-4147-9D04-93D87D41D5A0}" dt="2026-10-21T12:40:21.840" v="10687" actId="2085"/>
          <ac:spMkLst>
            <pc:docMk/>
            <pc:sldMk cId="1375253281" sldId="338"/>
            <ac:spMk id="21" creationId="{61483E72-0219-AE89-5BAA-8939E1BBC388}"/>
          </ac:spMkLst>
        </pc:spChg>
        <pc:picChg chg="mod">
          <ac:chgData name="Simon Fong" userId="0989948daaec8292" providerId="LiveId" clId="{F12E0490-60F3-4147-9D04-93D87D41D5A0}" dt="2026-10-21T03:10:59.842" v="9389" actId="1038"/>
          <ac:picMkLst>
            <pc:docMk/>
            <pc:sldMk cId="1375253281" sldId="338"/>
            <ac:picMk id="3" creationId="{72DF8A30-44D2-CABB-8D0A-326E7AB65B23}"/>
          </ac:picMkLst>
        </pc:picChg>
        <pc:picChg chg="add mod modCrop">
          <ac:chgData name="Simon Fong" userId="0989948daaec8292" providerId="LiveId" clId="{F12E0490-60F3-4147-9D04-93D87D41D5A0}" dt="2026-10-21T12:45:09.624" v="10710" actId="1076"/>
          <ac:picMkLst>
            <pc:docMk/>
            <pc:sldMk cId="1375253281" sldId="338"/>
            <ac:picMk id="6" creationId="{0113398F-8067-9FCA-DFB9-D1306EC3AEB1}"/>
          </ac:picMkLst>
        </pc:picChg>
        <pc:picChg chg="del">
          <ac:chgData name="Simon Fong" userId="0989948daaec8292" providerId="LiveId" clId="{F12E0490-60F3-4147-9D04-93D87D41D5A0}" dt="2026-10-21T00:10:13.651" v="6073" actId="478"/>
          <ac:picMkLst>
            <pc:docMk/>
            <pc:sldMk cId="1375253281" sldId="338"/>
            <ac:picMk id="7" creationId="{D7D0E1C6-D4D6-E8AC-5163-1063C0E91BBE}"/>
          </ac:picMkLst>
        </pc:picChg>
      </pc:sldChg>
      <pc:sldChg chg="addSp delSp modSp add del mod modTransition addAnim delAnim modAnim">
        <pc:chgData name="Simon Fong" userId="0989948daaec8292" providerId="LiveId" clId="{F12E0490-60F3-4147-9D04-93D87D41D5A0}" dt="2026-10-21T23:23:04.901" v="11951" actId="47"/>
        <pc:sldMkLst>
          <pc:docMk/>
          <pc:sldMk cId="505333135" sldId="339"/>
        </pc:sldMkLst>
        <pc:spChg chg="mod">
          <ac:chgData name="Simon Fong" userId="0989948daaec8292" providerId="LiveId" clId="{F12E0490-60F3-4147-9D04-93D87D41D5A0}" dt="2026-10-21T12:45:43.912" v="10713" actId="20577"/>
          <ac:spMkLst>
            <pc:docMk/>
            <pc:sldMk cId="505333135" sldId="339"/>
            <ac:spMk id="5" creationId="{B1D4E8BE-C650-FD61-99E2-FF1F0D3E3B41}"/>
          </ac:spMkLst>
        </pc:spChg>
        <pc:spChg chg="mod">
          <ac:chgData name="Simon Fong" userId="0989948daaec8292" providerId="LiveId" clId="{F12E0490-60F3-4147-9D04-93D87D41D5A0}" dt="2026-10-21T12:45:33.801" v="10711" actId="2085"/>
          <ac:spMkLst>
            <pc:docMk/>
            <pc:sldMk cId="505333135" sldId="339"/>
            <ac:spMk id="21" creationId="{28BC8D08-D16E-432D-6F4C-073B93A5E10F}"/>
          </ac:spMkLst>
        </pc:spChg>
        <pc:picChg chg="mod">
          <ac:chgData name="Simon Fong" userId="0989948daaec8292" providerId="LiveId" clId="{F12E0490-60F3-4147-9D04-93D87D41D5A0}" dt="2026-10-21T03:13:25.523" v="9426" actId="1038"/>
          <ac:picMkLst>
            <pc:docMk/>
            <pc:sldMk cId="505333135" sldId="339"/>
            <ac:picMk id="3" creationId="{07108D16-3AF3-F9D0-65BD-BACF91D127F8}"/>
          </ac:picMkLst>
        </pc:picChg>
        <pc:picChg chg="del">
          <ac:chgData name="Simon Fong" userId="0989948daaec8292" providerId="LiveId" clId="{F12E0490-60F3-4147-9D04-93D87D41D5A0}" dt="2026-10-21T00:11:38.446" v="6094" actId="478"/>
          <ac:picMkLst>
            <pc:docMk/>
            <pc:sldMk cId="505333135" sldId="339"/>
            <ac:picMk id="6" creationId="{9804ADE4-1FEE-6A60-9693-02E5E2067AB8}"/>
          </ac:picMkLst>
        </pc:picChg>
        <pc:picChg chg="add mod modCrop">
          <ac:chgData name="Simon Fong" userId="0989948daaec8292" providerId="LiveId" clId="{F12E0490-60F3-4147-9D04-93D87D41D5A0}" dt="2026-10-21T12:46:19.148" v="10730" actId="14100"/>
          <ac:picMkLst>
            <pc:docMk/>
            <pc:sldMk cId="505333135" sldId="339"/>
            <ac:picMk id="7" creationId="{A2F63EB2-4002-7F34-DC04-2F9F59A0E757}"/>
          </ac:picMkLst>
        </pc:picChg>
      </pc:sldChg>
      <pc:sldChg chg="addSp delSp modSp add del mod modTransition addAnim delAnim modAnim">
        <pc:chgData name="Simon Fong" userId="0989948daaec8292" providerId="LiveId" clId="{F12E0490-60F3-4147-9D04-93D87D41D5A0}" dt="2026-10-21T23:23:04.901" v="11951" actId="47"/>
        <pc:sldMkLst>
          <pc:docMk/>
          <pc:sldMk cId="1423773880" sldId="340"/>
        </pc:sldMkLst>
        <pc:spChg chg="mod">
          <ac:chgData name="Simon Fong" userId="0989948daaec8292" providerId="LiveId" clId="{F12E0490-60F3-4147-9D04-93D87D41D5A0}" dt="2026-10-21T13:16:50.560" v="11075" actId="5793"/>
          <ac:spMkLst>
            <pc:docMk/>
            <pc:sldMk cId="1423773880" sldId="340"/>
            <ac:spMk id="5" creationId="{83B6B738-89C6-37DF-F851-AC887DEBD6E2}"/>
          </ac:spMkLst>
        </pc:spChg>
        <pc:spChg chg="mod">
          <ac:chgData name="Simon Fong" userId="0989948daaec8292" providerId="LiveId" clId="{F12E0490-60F3-4147-9D04-93D87D41D5A0}" dt="2026-10-21T12:48:09.659" v="10767" actId="2085"/>
          <ac:spMkLst>
            <pc:docMk/>
            <pc:sldMk cId="1423773880" sldId="340"/>
            <ac:spMk id="21" creationId="{1F6A02C4-B835-25CD-3465-07407040DC87}"/>
          </ac:spMkLst>
        </pc:spChg>
        <pc:picChg chg="mod">
          <ac:chgData name="Simon Fong" userId="0989948daaec8292" providerId="LiveId" clId="{F12E0490-60F3-4147-9D04-93D87D41D5A0}" dt="2026-10-21T03:16:50.175" v="9509" actId="1038"/>
          <ac:picMkLst>
            <pc:docMk/>
            <pc:sldMk cId="1423773880" sldId="340"/>
            <ac:picMk id="3" creationId="{CD1A1FB7-074D-D384-F826-BC2EADFC39C4}"/>
          </ac:picMkLst>
        </pc:picChg>
        <pc:picChg chg="add del mod">
          <ac:chgData name="Simon Fong" userId="0989948daaec8292" providerId="LiveId" clId="{F12E0490-60F3-4147-9D04-93D87D41D5A0}" dt="2026-10-21T00:17:25.052" v="6305" actId="478"/>
          <ac:picMkLst>
            <pc:docMk/>
            <pc:sldMk cId="1423773880" sldId="340"/>
            <ac:picMk id="6" creationId="{7DFB5EBC-5A32-60B9-6B6E-7733FC8DF021}"/>
          </ac:picMkLst>
        </pc:picChg>
        <pc:picChg chg="del">
          <ac:chgData name="Simon Fong" userId="0989948daaec8292" providerId="LiveId" clId="{F12E0490-60F3-4147-9D04-93D87D41D5A0}" dt="2026-10-21T00:16:24.014" v="6210" actId="478"/>
          <ac:picMkLst>
            <pc:docMk/>
            <pc:sldMk cId="1423773880" sldId="340"/>
            <ac:picMk id="7" creationId="{461C6E9C-8D81-57C8-2692-F9A6B3EC6907}"/>
          </ac:picMkLst>
        </pc:picChg>
        <pc:picChg chg="add mod">
          <ac:chgData name="Simon Fong" userId="0989948daaec8292" providerId="LiveId" clId="{F12E0490-60F3-4147-9D04-93D87D41D5A0}" dt="2026-10-21T03:16:50.175" v="9509" actId="1038"/>
          <ac:picMkLst>
            <pc:docMk/>
            <pc:sldMk cId="1423773880" sldId="340"/>
            <ac:picMk id="8" creationId="{97B57E45-01AE-4840-9C56-ADB244C5F89D}"/>
          </ac:picMkLst>
        </pc:picChg>
      </pc:sldChg>
      <pc:sldChg chg="addSp modSp add del mod modTransition addAnim delAnim modAnim">
        <pc:chgData name="Simon Fong" userId="0989948daaec8292" providerId="LiveId" clId="{F12E0490-60F3-4147-9D04-93D87D41D5A0}" dt="2026-10-21T23:23:04.901" v="11951" actId="47"/>
        <pc:sldMkLst>
          <pc:docMk/>
          <pc:sldMk cId="1129737174" sldId="341"/>
        </pc:sldMkLst>
        <pc:spChg chg="mod">
          <ac:chgData name="Simon Fong" userId="0989948daaec8292" providerId="LiveId" clId="{F12E0490-60F3-4147-9D04-93D87D41D5A0}" dt="2026-10-21T12:50:43.345" v="10795" actId="207"/>
          <ac:spMkLst>
            <pc:docMk/>
            <pc:sldMk cId="1129737174" sldId="341"/>
            <ac:spMk id="5" creationId="{D7527AF6-7EB9-6468-B8E6-DAC566666A9A}"/>
          </ac:spMkLst>
        </pc:spChg>
        <pc:spChg chg="mod">
          <ac:chgData name="Simon Fong" userId="0989948daaec8292" providerId="LiveId" clId="{F12E0490-60F3-4147-9D04-93D87D41D5A0}" dt="2026-10-21T12:49:05.921" v="10774" actId="2085"/>
          <ac:spMkLst>
            <pc:docMk/>
            <pc:sldMk cId="1129737174" sldId="341"/>
            <ac:spMk id="21" creationId="{467D8542-FFE6-5BEE-B2CF-529F9384DDFB}"/>
          </ac:spMkLst>
        </pc:spChg>
        <pc:picChg chg="mod">
          <ac:chgData name="Simon Fong" userId="0989948daaec8292" providerId="LiveId" clId="{F12E0490-60F3-4147-9D04-93D87D41D5A0}" dt="2026-10-21T03:22:21.777" v="9654" actId="1037"/>
          <ac:picMkLst>
            <pc:docMk/>
            <pc:sldMk cId="1129737174" sldId="341"/>
            <ac:picMk id="3" creationId="{C2268DB0-4C54-E83D-E793-5A3C680489F5}"/>
          </ac:picMkLst>
        </pc:picChg>
        <pc:picChg chg="add mod modCrop">
          <ac:chgData name="Simon Fong" userId="0989948daaec8292" providerId="LiveId" clId="{F12E0490-60F3-4147-9D04-93D87D41D5A0}" dt="2026-10-21T12:48:56.700" v="10773" actId="1076"/>
          <ac:picMkLst>
            <pc:docMk/>
            <pc:sldMk cId="1129737174" sldId="341"/>
            <ac:picMk id="6" creationId="{C376D9BC-2384-ACB4-0A94-7B2FA96A5576}"/>
          </ac:picMkLst>
        </pc:picChg>
        <pc:picChg chg="mod">
          <ac:chgData name="Simon Fong" userId="0989948daaec8292" providerId="LiveId" clId="{F12E0490-60F3-4147-9D04-93D87D41D5A0}" dt="2026-10-21T03:22:21.777" v="9654" actId="1037"/>
          <ac:picMkLst>
            <pc:docMk/>
            <pc:sldMk cId="1129737174" sldId="341"/>
            <ac:picMk id="8" creationId="{00D3F2E8-FA83-3338-B00E-85F3936B99BA}"/>
          </ac:picMkLst>
        </pc:picChg>
      </pc:sldChg>
      <pc:sldChg chg="modSp add del mod modTransition addAnim delAnim modAnim">
        <pc:chgData name="Simon Fong" userId="0989948daaec8292" providerId="LiveId" clId="{F12E0490-60F3-4147-9D04-93D87D41D5A0}" dt="2026-10-21T23:23:04.901" v="11951" actId="47"/>
        <pc:sldMkLst>
          <pc:docMk/>
          <pc:sldMk cId="2851113903" sldId="342"/>
        </pc:sldMkLst>
        <pc:spChg chg="mod">
          <ac:chgData name="Simon Fong" userId="0989948daaec8292" providerId="LiveId" clId="{F12E0490-60F3-4147-9D04-93D87D41D5A0}" dt="2026-10-21T12:51:50.883" v="10805" actId="20577"/>
          <ac:spMkLst>
            <pc:docMk/>
            <pc:sldMk cId="2851113903" sldId="342"/>
            <ac:spMk id="5" creationId="{3534F9FC-5B16-8099-A97F-F97DFE53C2E2}"/>
          </ac:spMkLst>
        </pc:spChg>
        <pc:spChg chg="mod">
          <ac:chgData name="Simon Fong" userId="0989948daaec8292" providerId="LiveId" clId="{F12E0490-60F3-4147-9D04-93D87D41D5A0}" dt="2026-10-21T12:53:13.173" v="10822" actId="2085"/>
          <ac:spMkLst>
            <pc:docMk/>
            <pc:sldMk cId="2851113903" sldId="342"/>
            <ac:spMk id="21" creationId="{771A0F6A-6020-9C29-BFAA-8BC2E7580412}"/>
          </ac:spMkLst>
        </pc:spChg>
        <pc:picChg chg="mod">
          <ac:chgData name="Simon Fong" userId="0989948daaec8292" providerId="LiveId" clId="{F12E0490-60F3-4147-9D04-93D87D41D5A0}" dt="2026-10-21T03:25:40.058" v="9722" actId="1038"/>
          <ac:picMkLst>
            <pc:docMk/>
            <pc:sldMk cId="2851113903" sldId="342"/>
            <ac:picMk id="3" creationId="{0FC74DE5-1CD4-F030-26B6-7789B3128B03}"/>
          </ac:picMkLst>
        </pc:picChg>
        <pc:picChg chg="mod modCrop">
          <ac:chgData name="Simon Fong" userId="0989948daaec8292" providerId="LiveId" clId="{F12E0490-60F3-4147-9D04-93D87D41D5A0}" dt="2026-10-21T00:31:00.854" v="6791" actId="1076"/>
          <ac:picMkLst>
            <pc:docMk/>
            <pc:sldMk cId="2851113903" sldId="342"/>
            <ac:picMk id="6" creationId="{0E5071E7-AB93-FF72-AEF1-60A82A307180}"/>
          </ac:picMkLst>
        </pc:picChg>
        <pc:picChg chg="mod">
          <ac:chgData name="Simon Fong" userId="0989948daaec8292" providerId="LiveId" clId="{F12E0490-60F3-4147-9D04-93D87D41D5A0}" dt="2026-10-21T03:25:40.058" v="9722" actId="1038"/>
          <ac:picMkLst>
            <pc:docMk/>
            <pc:sldMk cId="2851113903" sldId="342"/>
            <ac:picMk id="8" creationId="{280F33A7-3369-38B1-FBCD-ED6D23C4308E}"/>
          </ac:picMkLst>
        </pc:picChg>
      </pc:sldChg>
      <pc:sldChg chg="addSp delSp modSp add del mod modTransition addAnim delAnim modAnim">
        <pc:chgData name="Simon Fong" userId="0989948daaec8292" providerId="LiveId" clId="{F12E0490-60F3-4147-9D04-93D87D41D5A0}" dt="2026-10-21T23:23:04.901" v="11951" actId="47"/>
        <pc:sldMkLst>
          <pc:docMk/>
          <pc:sldMk cId="3076117219" sldId="343"/>
        </pc:sldMkLst>
        <pc:spChg chg="mod">
          <ac:chgData name="Simon Fong" userId="0989948daaec8292" providerId="LiveId" clId="{F12E0490-60F3-4147-9D04-93D87D41D5A0}" dt="2026-10-21T12:55:22.581" v="10844" actId="207"/>
          <ac:spMkLst>
            <pc:docMk/>
            <pc:sldMk cId="3076117219" sldId="343"/>
            <ac:spMk id="5" creationId="{374F341D-FAA8-4F28-D001-25BD4EFE2BDA}"/>
          </ac:spMkLst>
        </pc:spChg>
        <pc:spChg chg="mod">
          <ac:chgData name="Simon Fong" userId="0989948daaec8292" providerId="LiveId" clId="{F12E0490-60F3-4147-9D04-93D87D41D5A0}" dt="2026-10-21T12:54:58.576" v="10842" actId="2085"/>
          <ac:spMkLst>
            <pc:docMk/>
            <pc:sldMk cId="3076117219" sldId="343"/>
            <ac:spMk id="21" creationId="{888AB290-26B6-7B31-A17F-96BB7A3068CE}"/>
          </ac:spMkLst>
        </pc:spChg>
        <pc:picChg chg="mod">
          <ac:chgData name="Simon Fong" userId="0989948daaec8292" providerId="LiveId" clId="{F12E0490-60F3-4147-9D04-93D87D41D5A0}" dt="2026-10-21T03:30:04.968" v="9800" actId="1037"/>
          <ac:picMkLst>
            <pc:docMk/>
            <pc:sldMk cId="3076117219" sldId="343"/>
            <ac:picMk id="3" creationId="{62AF3FED-C925-2B51-D9A7-7EB468310F54}"/>
          </ac:picMkLst>
        </pc:picChg>
        <pc:picChg chg="del">
          <ac:chgData name="Simon Fong" userId="0989948daaec8292" providerId="LiveId" clId="{F12E0490-60F3-4147-9D04-93D87D41D5A0}" dt="2026-10-21T00:33:53.313" v="6934" actId="478"/>
          <ac:picMkLst>
            <pc:docMk/>
            <pc:sldMk cId="3076117219" sldId="343"/>
            <ac:picMk id="6" creationId="{F65D134C-EA81-8FB9-71AB-E6DA305D4A49}"/>
          </ac:picMkLst>
        </pc:picChg>
        <pc:picChg chg="add mod modCrop">
          <ac:chgData name="Simon Fong" userId="0989948daaec8292" providerId="LiveId" clId="{F12E0490-60F3-4147-9D04-93D87D41D5A0}" dt="2026-10-21T12:54:18.031" v="10828" actId="14100"/>
          <ac:picMkLst>
            <pc:docMk/>
            <pc:sldMk cId="3076117219" sldId="343"/>
            <ac:picMk id="7" creationId="{0F5212E7-A56F-3EB9-C019-C98856B80384}"/>
          </ac:picMkLst>
        </pc:picChg>
        <pc:picChg chg="mod">
          <ac:chgData name="Simon Fong" userId="0989948daaec8292" providerId="LiveId" clId="{F12E0490-60F3-4147-9D04-93D87D41D5A0}" dt="2026-10-21T03:30:04.968" v="9800" actId="1037"/>
          <ac:picMkLst>
            <pc:docMk/>
            <pc:sldMk cId="3076117219" sldId="343"/>
            <ac:picMk id="8" creationId="{7E4869ED-D38E-635E-DCA9-ACFC057E20A4}"/>
          </ac:picMkLst>
        </pc:picChg>
      </pc:sldChg>
      <pc:sldChg chg="modSp add del mod modTransition addAnim delAnim modAnim">
        <pc:chgData name="Simon Fong" userId="0989948daaec8292" providerId="LiveId" clId="{F12E0490-60F3-4147-9D04-93D87D41D5A0}" dt="2026-10-21T23:23:04.901" v="11951" actId="47"/>
        <pc:sldMkLst>
          <pc:docMk/>
          <pc:sldMk cId="673011083" sldId="344"/>
        </pc:sldMkLst>
        <pc:spChg chg="mod">
          <ac:chgData name="Simon Fong" userId="0989948daaec8292" providerId="LiveId" clId="{F12E0490-60F3-4147-9D04-93D87D41D5A0}" dt="2026-10-21T13:18:14.529" v="11078" actId="20577"/>
          <ac:spMkLst>
            <pc:docMk/>
            <pc:sldMk cId="673011083" sldId="344"/>
            <ac:spMk id="5" creationId="{B18773E1-E697-BAA3-558F-F73F5F8F252E}"/>
          </ac:spMkLst>
        </pc:spChg>
        <pc:spChg chg="mod">
          <ac:chgData name="Simon Fong" userId="0989948daaec8292" providerId="LiveId" clId="{F12E0490-60F3-4147-9D04-93D87D41D5A0}" dt="2026-10-21T13:18:11.479" v="11077" actId="2085"/>
          <ac:spMkLst>
            <pc:docMk/>
            <pc:sldMk cId="673011083" sldId="344"/>
            <ac:spMk id="21" creationId="{24C28F24-7BCA-A079-3E94-D43ECE497174}"/>
          </ac:spMkLst>
        </pc:spChg>
        <pc:picChg chg="mod">
          <ac:chgData name="Simon Fong" userId="0989948daaec8292" providerId="LiveId" clId="{F12E0490-60F3-4147-9D04-93D87D41D5A0}" dt="2026-10-21T03:32:37.511" v="9868" actId="1038"/>
          <ac:picMkLst>
            <pc:docMk/>
            <pc:sldMk cId="673011083" sldId="344"/>
            <ac:picMk id="3" creationId="{70D97C37-060C-5399-1EC2-902FF9390000}"/>
          </ac:picMkLst>
        </pc:picChg>
        <pc:picChg chg="mod modCrop">
          <ac:chgData name="Simon Fong" userId="0989948daaec8292" providerId="LiveId" clId="{F12E0490-60F3-4147-9D04-93D87D41D5A0}" dt="2026-10-21T13:18:18.563" v="11079" actId="1076"/>
          <ac:picMkLst>
            <pc:docMk/>
            <pc:sldMk cId="673011083" sldId="344"/>
            <ac:picMk id="7" creationId="{DA20B343-23A5-D59E-20E4-188E4A76C18E}"/>
          </ac:picMkLst>
        </pc:picChg>
        <pc:picChg chg="mod">
          <ac:chgData name="Simon Fong" userId="0989948daaec8292" providerId="LiveId" clId="{F12E0490-60F3-4147-9D04-93D87D41D5A0}" dt="2026-10-21T03:32:37.511" v="9868" actId="1038"/>
          <ac:picMkLst>
            <pc:docMk/>
            <pc:sldMk cId="673011083" sldId="344"/>
            <ac:picMk id="8" creationId="{1452368B-EB2C-AA30-48FF-8A843D0B28A6}"/>
          </ac:picMkLst>
        </pc:picChg>
      </pc:sldChg>
      <pc:sldChg chg="addSp delSp modSp add del mod ord modTransition addAnim delAnim modAnim modNotesTx">
        <pc:chgData name="Simon Fong" userId="0989948daaec8292" providerId="LiveId" clId="{F12E0490-60F3-4147-9D04-93D87D41D5A0}" dt="2026-10-21T23:23:04.901" v="11951" actId="47"/>
        <pc:sldMkLst>
          <pc:docMk/>
          <pc:sldMk cId="2281329578" sldId="345"/>
        </pc:sldMkLst>
        <pc:spChg chg="mod">
          <ac:chgData name="Simon Fong" userId="0989948daaec8292" providerId="LiveId" clId="{F12E0490-60F3-4147-9D04-93D87D41D5A0}" dt="2026-10-21T12:57:04.513" v="10872" actId="20577"/>
          <ac:spMkLst>
            <pc:docMk/>
            <pc:sldMk cId="2281329578" sldId="345"/>
            <ac:spMk id="5" creationId="{5EC7EF24-09D1-07E9-A675-ACFE9F99F71D}"/>
          </ac:spMkLst>
        </pc:spChg>
        <pc:spChg chg="mod">
          <ac:chgData name="Simon Fong" userId="0989948daaec8292" providerId="LiveId" clId="{F12E0490-60F3-4147-9D04-93D87D41D5A0}" dt="2026-10-21T12:56:34.427" v="10862" actId="2085"/>
          <ac:spMkLst>
            <pc:docMk/>
            <pc:sldMk cId="2281329578" sldId="345"/>
            <ac:spMk id="21" creationId="{819C928A-6012-D24B-69F0-B535B6D7D255}"/>
          </ac:spMkLst>
        </pc:spChg>
        <pc:picChg chg="mod">
          <ac:chgData name="Simon Fong" userId="0989948daaec8292" providerId="LiveId" clId="{F12E0490-60F3-4147-9D04-93D87D41D5A0}" dt="2026-10-21T03:34:42.062" v="9928" actId="1038"/>
          <ac:picMkLst>
            <pc:docMk/>
            <pc:sldMk cId="2281329578" sldId="345"/>
            <ac:picMk id="3" creationId="{BC3F6471-9A9C-796A-4CB1-543C5ECDD3FE}"/>
          </ac:picMkLst>
        </pc:picChg>
        <pc:picChg chg="add del">
          <ac:chgData name="Simon Fong" userId="0989948daaec8292" providerId="LiveId" clId="{F12E0490-60F3-4147-9D04-93D87D41D5A0}" dt="2026-10-21T00:39:49.828" v="7041" actId="22"/>
          <ac:picMkLst>
            <pc:docMk/>
            <pc:sldMk cId="2281329578" sldId="345"/>
            <ac:picMk id="6" creationId="{ECD6B820-D9C2-EF60-1D3F-745F0396A26A}"/>
          </ac:picMkLst>
        </pc:picChg>
        <pc:picChg chg="add mod">
          <ac:chgData name="Simon Fong" userId="0989948daaec8292" providerId="LiveId" clId="{F12E0490-60F3-4147-9D04-93D87D41D5A0}" dt="2026-10-21T03:34:42.062" v="9928" actId="1038"/>
          <ac:picMkLst>
            <pc:docMk/>
            <pc:sldMk cId="2281329578" sldId="345"/>
            <ac:picMk id="7" creationId="{5EB20360-B5C2-C91A-B972-A0B6E6A0676D}"/>
          </ac:picMkLst>
        </pc:picChg>
        <pc:picChg chg="mod">
          <ac:chgData name="Simon Fong" userId="0989948daaec8292" providerId="LiveId" clId="{F12E0490-60F3-4147-9D04-93D87D41D5A0}" dt="2026-10-21T03:34:42.062" v="9928" actId="1038"/>
          <ac:picMkLst>
            <pc:docMk/>
            <pc:sldMk cId="2281329578" sldId="345"/>
            <ac:picMk id="8" creationId="{7832668A-C6AD-E2BD-C600-17AD3DD84BCD}"/>
          </ac:picMkLst>
        </pc:picChg>
      </pc:sldChg>
      <pc:sldChg chg="addSp modSp add del mod modTransition addAnim delAnim modAnim">
        <pc:chgData name="Simon Fong" userId="0989948daaec8292" providerId="LiveId" clId="{F12E0490-60F3-4147-9D04-93D87D41D5A0}" dt="2026-10-21T23:23:04.901" v="11951" actId="47"/>
        <pc:sldMkLst>
          <pc:docMk/>
          <pc:sldMk cId="15008574" sldId="346"/>
        </pc:sldMkLst>
        <pc:spChg chg="mod">
          <ac:chgData name="Simon Fong" userId="0989948daaec8292" providerId="LiveId" clId="{F12E0490-60F3-4147-9D04-93D87D41D5A0}" dt="2026-10-21T12:57:28.138" v="10875" actId="20577"/>
          <ac:spMkLst>
            <pc:docMk/>
            <pc:sldMk cId="15008574" sldId="346"/>
            <ac:spMk id="5" creationId="{BB2135E3-4197-4D00-88AC-0F0CBEDA9DD8}"/>
          </ac:spMkLst>
        </pc:spChg>
        <pc:spChg chg="mod">
          <ac:chgData name="Simon Fong" userId="0989948daaec8292" providerId="LiveId" clId="{F12E0490-60F3-4147-9D04-93D87D41D5A0}" dt="2026-10-21T12:57:23.491" v="10874" actId="2085"/>
          <ac:spMkLst>
            <pc:docMk/>
            <pc:sldMk cId="15008574" sldId="346"/>
            <ac:spMk id="21" creationId="{3D46AA4F-F164-1948-3F88-DCBFCFE15BBF}"/>
          </ac:spMkLst>
        </pc:spChg>
        <pc:picChg chg="mod">
          <ac:chgData name="Simon Fong" userId="0989948daaec8292" providerId="LiveId" clId="{F12E0490-60F3-4147-9D04-93D87D41D5A0}" dt="2026-10-21T03:37:18.068" v="10025" actId="1038"/>
          <ac:picMkLst>
            <pc:docMk/>
            <pc:sldMk cId="15008574" sldId="346"/>
            <ac:picMk id="3" creationId="{C9C1C30C-4713-8C94-CB2C-12E67E891F67}"/>
          </ac:picMkLst>
        </pc:picChg>
        <pc:picChg chg="add mod modCrop">
          <ac:chgData name="Simon Fong" userId="0989948daaec8292" providerId="LiveId" clId="{F12E0490-60F3-4147-9D04-93D87D41D5A0}" dt="2026-10-21T12:57:40.759" v="10877" actId="1076"/>
          <ac:picMkLst>
            <pc:docMk/>
            <pc:sldMk cId="15008574" sldId="346"/>
            <ac:picMk id="6" creationId="{3C3D41F4-EC5E-2025-0DF8-FB621BBB3295}"/>
          </ac:picMkLst>
        </pc:picChg>
        <pc:picChg chg="mod">
          <ac:chgData name="Simon Fong" userId="0989948daaec8292" providerId="LiveId" clId="{F12E0490-60F3-4147-9D04-93D87D41D5A0}" dt="2026-10-21T03:37:18.068" v="10025" actId="1038"/>
          <ac:picMkLst>
            <pc:docMk/>
            <pc:sldMk cId="15008574" sldId="346"/>
            <ac:picMk id="7" creationId="{23393959-E4D7-C207-0AD9-9AEA54BA0F20}"/>
          </ac:picMkLst>
        </pc:picChg>
        <pc:picChg chg="mod">
          <ac:chgData name="Simon Fong" userId="0989948daaec8292" providerId="LiveId" clId="{F12E0490-60F3-4147-9D04-93D87D41D5A0}" dt="2026-10-21T03:37:18.068" v="10025" actId="1038"/>
          <ac:picMkLst>
            <pc:docMk/>
            <pc:sldMk cId="15008574" sldId="346"/>
            <ac:picMk id="8" creationId="{EC7AC0CB-4B67-4AE0-394B-A7E062973BB6}"/>
          </ac:picMkLst>
        </pc:picChg>
      </pc:sldChg>
      <pc:sldChg chg="addSp delSp modSp add del mod modTransition addAnim delAnim modAnim">
        <pc:chgData name="Simon Fong" userId="0989948daaec8292" providerId="LiveId" clId="{F12E0490-60F3-4147-9D04-93D87D41D5A0}" dt="2026-10-21T23:23:04.901" v="11951" actId="47"/>
        <pc:sldMkLst>
          <pc:docMk/>
          <pc:sldMk cId="1132955163" sldId="347"/>
        </pc:sldMkLst>
        <pc:spChg chg="mod">
          <ac:chgData name="Simon Fong" userId="0989948daaec8292" providerId="LiveId" clId="{F12E0490-60F3-4147-9D04-93D87D41D5A0}" dt="2026-10-21T12:59:43.893" v="10902" actId="20577"/>
          <ac:spMkLst>
            <pc:docMk/>
            <pc:sldMk cId="1132955163" sldId="347"/>
            <ac:spMk id="5" creationId="{C3177B20-FA5E-288D-B5DF-5FC6921A267B}"/>
          </ac:spMkLst>
        </pc:spChg>
        <pc:spChg chg="add del">
          <ac:chgData name="Simon Fong" userId="0989948daaec8292" providerId="LiveId" clId="{F12E0490-60F3-4147-9D04-93D87D41D5A0}" dt="2026-10-21T00:59:53.080" v="7401" actId="22"/>
          <ac:spMkLst>
            <pc:docMk/>
            <pc:sldMk cId="1132955163" sldId="347"/>
            <ac:spMk id="9" creationId="{D56ED7A4-3821-7C3C-49E6-1EF1EA4463D0}"/>
          </ac:spMkLst>
        </pc:spChg>
        <pc:spChg chg="add mod">
          <ac:chgData name="Simon Fong" userId="0989948daaec8292" providerId="LiveId" clId="{F12E0490-60F3-4147-9D04-93D87D41D5A0}" dt="2026-10-21T01:16:34.868" v="7670" actId="164"/>
          <ac:spMkLst>
            <pc:docMk/>
            <pc:sldMk cId="1132955163" sldId="347"/>
            <ac:spMk id="19" creationId="{68544943-D2EC-B93C-A57B-97C2CCC570C4}"/>
          </ac:spMkLst>
        </pc:spChg>
        <pc:spChg chg="mod">
          <ac:chgData name="Simon Fong" userId="0989948daaec8292" providerId="LiveId" clId="{F12E0490-60F3-4147-9D04-93D87D41D5A0}" dt="2026-10-21T12:59:40.307" v="10901" actId="2085"/>
          <ac:spMkLst>
            <pc:docMk/>
            <pc:sldMk cId="1132955163" sldId="347"/>
            <ac:spMk id="21" creationId="{D854AA77-4144-0C37-D17D-49C7EF64E46D}"/>
          </ac:spMkLst>
        </pc:spChg>
        <pc:spChg chg="add mod">
          <ac:chgData name="Simon Fong" userId="0989948daaec8292" providerId="LiveId" clId="{F12E0490-60F3-4147-9D04-93D87D41D5A0}" dt="2026-10-21T01:16:34.868" v="7670" actId="164"/>
          <ac:spMkLst>
            <pc:docMk/>
            <pc:sldMk cId="1132955163" sldId="347"/>
            <ac:spMk id="22" creationId="{6A7DC837-68DE-2683-0328-DFADA0AD0575}"/>
          </ac:spMkLst>
        </pc:spChg>
        <pc:spChg chg="add mod">
          <ac:chgData name="Simon Fong" userId="0989948daaec8292" providerId="LiveId" clId="{F12E0490-60F3-4147-9D04-93D87D41D5A0}" dt="2026-10-21T01:16:34.868" v="7670" actId="164"/>
          <ac:spMkLst>
            <pc:docMk/>
            <pc:sldMk cId="1132955163" sldId="347"/>
            <ac:spMk id="24" creationId="{983B1CAD-8D21-A149-6EA8-DADE0533D0FE}"/>
          </ac:spMkLst>
        </pc:spChg>
        <pc:grpChg chg="add mod">
          <ac:chgData name="Simon Fong" userId="0989948daaec8292" providerId="LiveId" clId="{F12E0490-60F3-4147-9D04-93D87D41D5A0}" dt="2026-10-21T01:16:26.717" v="7669" actId="164"/>
          <ac:grpSpMkLst>
            <pc:docMk/>
            <pc:sldMk cId="1132955163" sldId="347"/>
            <ac:grpSpMk id="26" creationId="{C062F457-9B80-36D5-E12B-26B318CFE729}"/>
          </ac:grpSpMkLst>
        </pc:grpChg>
        <pc:grpChg chg="add mod">
          <ac:chgData name="Simon Fong" userId="0989948daaec8292" providerId="LiveId" clId="{F12E0490-60F3-4147-9D04-93D87D41D5A0}" dt="2026-10-21T01:16:37.696" v="7678" actId="1037"/>
          <ac:grpSpMkLst>
            <pc:docMk/>
            <pc:sldMk cId="1132955163" sldId="347"/>
            <ac:grpSpMk id="27" creationId="{5526A8F9-2764-7D70-6D55-DAF86557706A}"/>
          </ac:grpSpMkLst>
        </pc:grpChg>
        <pc:picChg chg="mod">
          <ac:chgData name="Simon Fong" userId="0989948daaec8292" providerId="LiveId" clId="{F12E0490-60F3-4147-9D04-93D87D41D5A0}" dt="2026-10-21T03:44:12.832" v="10188" actId="1038"/>
          <ac:picMkLst>
            <pc:docMk/>
            <pc:sldMk cId="1132955163" sldId="347"/>
            <ac:picMk id="3" creationId="{704F9162-1995-0B33-DE0C-A591DD97D287}"/>
          </ac:picMkLst>
        </pc:picChg>
        <pc:picChg chg="del">
          <ac:chgData name="Simon Fong" userId="0989948daaec8292" providerId="LiveId" clId="{F12E0490-60F3-4147-9D04-93D87D41D5A0}" dt="2026-10-21T00:58:17.025" v="7363" actId="478"/>
          <ac:picMkLst>
            <pc:docMk/>
            <pc:sldMk cId="1132955163" sldId="347"/>
            <ac:picMk id="6" creationId="{A3B022F2-2AB9-2DC6-641B-C2C2D813D41C}"/>
          </ac:picMkLst>
        </pc:picChg>
        <pc:picChg chg="mod">
          <ac:chgData name="Simon Fong" userId="0989948daaec8292" providerId="LiveId" clId="{F12E0490-60F3-4147-9D04-93D87D41D5A0}" dt="2026-10-21T03:44:12.832" v="10188" actId="1038"/>
          <ac:picMkLst>
            <pc:docMk/>
            <pc:sldMk cId="1132955163" sldId="347"/>
            <ac:picMk id="7" creationId="{59F01B04-41F8-F625-1C91-FF86C48281F5}"/>
          </ac:picMkLst>
        </pc:picChg>
        <pc:picChg chg="mod">
          <ac:chgData name="Simon Fong" userId="0989948daaec8292" providerId="LiveId" clId="{F12E0490-60F3-4147-9D04-93D87D41D5A0}" dt="2026-10-21T03:44:12.832" v="10188" actId="1038"/>
          <ac:picMkLst>
            <pc:docMk/>
            <pc:sldMk cId="1132955163" sldId="347"/>
            <ac:picMk id="8" creationId="{CC721F2E-B171-A076-89CF-615FB09DA274}"/>
          </ac:picMkLst>
        </pc:picChg>
        <pc:picChg chg="add mod modCrop">
          <ac:chgData name="Simon Fong" userId="0989948daaec8292" providerId="LiveId" clId="{F12E0490-60F3-4147-9D04-93D87D41D5A0}" dt="2026-10-21T01:16:34.868" v="7670" actId="164"/>
          <ac:picMkLst>
            <pc:docMk/>
            <pc:sldMk cId="1132955163" sldId="347"/>
            <ac:picMk id="11" creationId="{CBA88B55-B3BB-2877-D36F-D729C82DF402}"/>
          </ac:picMkLst>
        </pc:picChg>
        <pc:picChg chg="add mod">
          <ac:chgData name="Simon Fong" userId="0989948daaec8292" providerId="LiveId" clId="{F12E0490-60F3-4147-9D04-93D87D41D5A0}" dt="2026-10-21T01:16:34.868" v="7670" actId="164"/>
          <ac:picMkLst>
            <pc:docMk/>
            <pc:sldMk cId="1132955163" sldId="347"/>
            <ac:picMk id="13" creationId="{105F281D-68B5-C7BD-387C-07F6C13CA784}"/>
          </ac:picMkLst>
        </pc:picChg>
        <pc:picChg chg="add mod">
          <ac:chgData name="Simon Fong" userId="0989948daaec8292" providerId="LiveId" clId="{F12E0490-60F3-4147-9D04-93D87D41D5A0}" dt="2026-10-21T01:16:34.868" v="7670" actId="164"/>
          <ac:picMkLst>
            <pc:docMk/>
            <pc:sldMk cId="1132955163" sldId="347"/>
            <ac:picMk id="15" creationId="{16EAD7C6-27C0-65CB-C043-1F082D593A3D}"/>
          </ac:picMkLst>
        </pc:picChg>
        <pc:cxnChg chg="add mod">
          <ac:chgData name="Simon Fong" userId="0989948daaec8292" providerId="LiveId" clId="{F12E0490-60F3-4147-9D04-93D87D41D5A0}" dt="2026-10-21T01:16:34.868" v="7670" actId="164"/>
          <ac:cxnSpMkLst>
            <pc:docMk/>
            <pc:sldMk cId="1132955163" sldId="347"/>
            <ac:cxnSpMk id="17" creationId="{4B5BFCB6-2529-21EC-8304-0AE189D1F640}"/>
          </ac:cxnSpMkLst>
        </pc:cxnChg>
        <pc:cxnChg chg="add mod">
          <ac:chgData name="Simon Fong" userId="0989948daaec8292" providerId="LiveId" clId="{F12E0490-60F3-4147-9D04-93D87D41D5A0}" dt="2026-10-21T01:16:34.868" v="7670" actId="164"/>
          <ac:cxnSpMkLst>
            <pc:docMk/>
            <pc:sldMk cId="1132955163" sldId="347"/>
            <ac:cxnSpMk id="18" creationId="{112A3DD8-B277-02B8-A1F0-14BFEAB665E8}"/>
          </ac:cxnSpMkLst>
        </pc:cxnChg>
      </pc:sldChg>
      <pc:sldChg chg="addSp delSp modSp add del mod modTransition addAnim delAnim modAnim">
        <pc:chgData name="Simon Fong" userId="0989948daaec8292" providerId="LiveId" clId="{F12E0490-60F3-4147-9D04-93D87D41D5A0}" dt="2026-10-21T23:23:04.901" v="11951" actId="47"/>
        <pc:sldMkLst>
          <pc:docMk/>
          <pc:sldMk cId="944892801" sldId="348"/>
        </pc:sldMkLst>
        <pc:spChg chg="mod">
          <ac:chgData name="Simon Fong" userId="0989948daaec8292" providerId="LiveId" clId="{F12E0490-60F3-4147-9D04-93D87D41D5A0}" dt="2026-10-21T13:01:41.185" v="10923" actId="20577"/>
          <ac:spMkLst>
            <pc:docMk/>
            <pc:sldMk cId="944892801" sldId="348"/>
            <ac:spMk id="5" creationId="{0EB6E484-19CC-C114-9DEE-B0273D5D8E11}"/>
          </ac:spMkLst>
        </pc:spChg>
        <pc:spChg chg="del">
          <ac:chgData name="Simon Fong" userId="0989948daaec8292" providerId="LiveId" clId="{F12E0490-60F3-4147-9D04-93D87D41D5A0}" dt="2026-10-21T01:16:53.745" v="7679" actId="478"/>
          <ac:spMkLst>
            <pc:docMk/>
            <pc:sldMk cId="944892801" sldId="348"/>
            <ac:spMk id="19" creationId="{212E7FC7-0C3A-4D9D-FB54-2209C3EC9548}"/>
          </ac:spMkLst>
        </pc:spChg>
        <pc:spChg chg="mod">
          <ac:chgData name="Simon Fong" userId="0989948daaec8292" providerId="LiveId" clId="{F12E0490-60F3-4147-9D04-93D87D41D5A0}" dt="2026-10-21T13:02:06.422" v="10936" actId="2085"/>
          <ac:spMkLst>
            <pc:docMk/>
            <pc:sldMk cId="944892801" sldId="348"/>
            <ac:spMk id="21" creationId="{352C6DE9-F32F-7217-21DA-18494A14E2B8}"/>
          </ac:spMkLst>
        </pc:spChg>
        <pc:spChg chg="del">
          <ac:chgData name="Simon Fong" userId="0989948daaec8292" providerId="LiveId" clId="{F12E0490-60F3-4147-9D04-93D87D41D5A0}" dt="2026-10-21T01:16:53.745" v="7679" actId="478"/>
          <ac:spMkLst>
            <pc:docMk/>
            <pc:sldMk cId="944892801" sldId="348"/>
            <ac:spMk id="22" creationId="{AAE13F48-738B-9EA0-E55D-989A1284F9B6}"/>
          </ac:spMkLst>
        </pc:spChg>
        <pc:spChg chg="del">
          <ac:chgData name="Simon Fong" userId="0989948daaec8292" providerId="LiveId" clId="{F12E0490-60F3-4147-9D04-93D87D41D5A0}" dt="2026-10-21T01:16:53.745" v="7679" actId="478"/>
          <ac:spMkLst>
            <pc:docMk/>
            <pc:sldMk cId="944892801" sldId="348"/>
            <ac:spMk id="24" creationId="{DD2192DC-8BD1-E46C-D2AD-4ED5A2385799}"/>
          </ac:spMkLst>
        </pc:spChg>
        <pc:picChg chg="mod">
          <ac:chgData name="Simon Fong" userId="0989948daaec8292" providerId="LiveId" clId="{F12E0490-60F3-4147-9D04-93D87D41D5A0}" dt="2026-10-21T03:44:33.479" v="10219" actId="1038"/>
          <ac:picMkLst>
            <pc:docMk/>
            <pc:sldMk cId="944892801" sldId="348"/>
            <ac:picMk id="3" creationId="{DB32175A-03E9-A495-9170-7C06455B5E2E}"/>
          </ac:picMkLst>
        </pc:picChg>
        <pc:picChg chg="add mod modCrop">
          <ac:chgData name="Simon Fong" userId="0989948daaec8292" providerId="LiveId" clId="{F12E0490-60F3-4147-9D04-93D87D41D5A0}" dt="2026-10-21T13:01:43.731" v="10924" actId="1076"/>
          <ac:picMkLst>
            <pc:docMk/>
            <pc:sldMk cId="944892801" sldId="348"/>
            <ac:picMk id="6" creationId="{C16D32A4-D9BD-E7A7-32E6-1921C045B9D2}"/>
          </ac:picMkLst>
        </pc:picChg>
        <pc:picChg chg="mod">
          <ac:chgData name="Simon Fong" userId="0989948daaec8292" providerId="LiveId" clId="{F12E0490-60F3-4147-9D04-93D87D41D5A0}" dt="2026-10-21T03:44:33.479" v="10219" actId="1038"/>
          <ac:picMkLst>
            <pc:docMk/>
            <pc:sldMk cId="944892801" sldId="348"/>
            <ac:picMk id="7" creationId="{F2F690CF-6139-D0E8-8962-6AC792631D19}"/>
          </ac:picMkLst>
        </pc:picChg>
        <pc:picChg chg="mod">
          <ac:chgData name="Simon Fong" userId="0989948daaec8292" providerId="LiveId" clId="{F12E0490-60F3-4147-9D04-93D87D41D5A0}" dt="2026-10-21T03:44:33.479" v="10219" actId="1038"/>
          <ac:picMkLst>
            <pc:docMk/>
            <pc:sldMk cId="944892801" sldId="348"/>
            <ac:picMk id="8" creationId="{F62D9AFC-ED56-E949-DE18-FFCFB6C858DE}"/>
          </ac:picMkLst>
        </pc:picChg>
        <pc:picChg chg="del">
          <ac:chgData name="Simon Fong" userId="0989948daaec8292" providerId="LiveId" clId="{F12E0490-60F3-4147-9D04-93D87D41D5A0}" dt="2026-10-21T01:16:53.745" v="7679" actId="478"/>
          <ac:picMkLst>
            <pc:docMk/>
            <pc:sldMk cId="944892801" sldId="348"/>
            <ac:picMk id="11" creationId="{7539AE32-9030-2418-E148-5F97D4A74946}"/>
          </ac:picMkLst>
        </pc:picChg>
        <pc:picChg chg="del">
          <ac:chgData name="Simon Fong" userId="0989948daaec8292" providerId="LiveId" clId="{F12E0490-60F3-4147-9D04-93D87D41D5A0}" dt="2026-10-21T01:16:53.745" v="7679" actId="478"/>
          <ac:picMkLst>
            <pc:docMk/>
            <pc:sldMk cId="944892801" sldId="348"/>
            <ac:picMk id="13" creationId="{B762DE06-9771-0939-CB53-2425371FE04E}"/>
          </ac:picMkLst>
        </pc:picChg>
        <pc:picChg chg="del">
          <ac:chgData name="Simon Fong" userId="0989948daaec8292" providerId="LiveId" clId="{F12E0490-60F3-4147-9D04-93D87D41D5A0}" dt="2026-10-21T01:16:53.745" v="7679" actId="478"/>
          <ac:picMkLst>
            <pc:docMk/>
            <pc:sldMk cId="944892801" sldId="348"/>
            <ac:picMk id="15" creationId="{B21C0BAA-2B62-7556-2010-49959A14671D}"/>
          </ac:picMkLst>
        </pc:picChg>
        <pc:cxnChg chg="del mod">
          <ac:chgData name="Simon Fong" userId="0989948daaec8292" providerId="LiveId" clId="{F12E0490-60F3-4147-9D04-93D87D41D5A0}" dt="2026-10-21T01:16:53.745" v="7679" actId="478"/>
          <ac:cxnSpMkLst>
            <pc:docMk/>
            <pc:sldMk cId="944892801" sldId="348"/>
            <ac:cxnSpMk id="17" creationId="{3FD279FD-7FAD-6421-27DA-CC79C1BBD65D}"/>
          </ac:cxnSpMkLst>
        </pc:cxnChg>
        <pc:cxnChg chg="del">
          <ac:chgData name="Simon Fong" userId="0989948daaec8292" providerId="LiveId" clId="{F12E0490-60F3-4147-9D04-93D87D41D5A0}" dt="2026-10-21T01:16:53.745" v="7679" actId="478"/>
          <ac:cxnSpMkLst>
            <pc:docMk/>
            <pc:sldMk cId="944892801" sldId="348"/>
            <ac:cxnSpMk id="18" creationId="{481999CD-8E26-33A2-FD66-5345BD21CB7C}"/>
          </ac:cxnSpMkLst>
        </pc:cxnChg>
      </pc:sldChg>
      <pc:sldChg chg="addSp delSp modSp add del mod modTransition addAnim delAnim modAnim modNotesTx">
        <pc:chgData name="Simon Fong" userId="0989948daaec8292" providerId="LiveId" clId="{F12E0490-60F3-4147-9D04-93D87D41D5A0}" dt="2026-10-21T23:23:04.901" v="11951" actId="47"/>
        <pc:sldMkLst>
          <pc:docMk/>
          <pc:sldMk cId="3024977880" sldId="349"/>
        </pc:sldMkLst>
        <pc:spChg chg="mod">
          <ac:chgData name="Simon Fong" userId="0989948daaec8292" providerId="LiveId" clId="{F12E0490-60F3-4147-9D04-93D87D41D5A0}" dt="2026-10-21T13:21:43.651" v="11111" actId="207"/>
          <ac:spMkLst>
            <pc:docMk/>
            <pc:sldMk cId="3024977880" sldId="349"/>
            <ac:spMk id="5" creationId="{61DA5399-811B-A824-BB1F-84DF2595A821}"/>
          </ac:spMkLst>
        </pc:spChg>
        <pc:spChg chg="mod">
          <ac:chgData name="Simon Fong" userId="0989948daaec8292" providerId="LiveId" clId="{F12E0490-60F3-4147-9D04-93D87D41D5A0}" dt="2026-10-21T13:03:10.362" v="10942" actId="2085"/>
          <ac:spMkLst>
            <pc:docMk/>
            <pc:sldMk cId="3024977880" sldId="349"/>
            <ac:spMk id="21" creationId="{D564F8E4-A3BC-5E0A-EBF8-92E7791845AE}"/>
          </ac:spMkLst>
        </pc:spChg>
        <pc:picChg chg="mod">
          <ac:chgData name="Simon Fong" userId="0989948daaec8292" providerId="LiveId" clId="{F12E0490-60F3-4147-9D04-93D87D41D5A0}" dt="2026-10-21T03:45:01.661" v="10252" actId="1037"/>
          <ac:picMkLst>
            <pc:docMk/>
            <pc:sldMk cId="3024977880" sldId="349"/>
            <ac:picMk id="3" creationId="{8E027EEA-3421-82EA-F581-A2E44FFE522A}"/>
          </ac:picMkLst>
        </pc:picChg>
        <pc:picChg chg="del">
          <ac:chgData name="Simon Fong" userId="0989948daaec8292" providerId="LiveId" clId="{F12E0490-60F3-4147-9D04-93D87D41D5A0}" dt="2026-10-21T01:24:06.748" v="7814" actId="478"/>
          <ac:picMkLst>
            <pc:docMk/>
            <pc:sldMk cId="3024977880" sldId="349"/>
            <ac:picMk id="6" creationId="{8FD5C782-A16B-1F66-D513-D0434A1D2D1B}"/>
          </ac:picMkLst>
        </pc:picChg>
        <pc:picChg chg="mod">
          <ac:chgData name="Simon Fong" userId="0989948daaec8292" providerId="LiveId" clId="{F12E0490-60F3-4147-9D04-93D87D41D5A0}" dt="2026-10-21T03:45:01.661" v="10252" actId="1037"/>
          <ac:picMkLst>
            <pc:docMk/>
            <pc:sldMk cId="3024977880" sldId="349"/>
            <ac:picMk id="7" creationId="{8F18041F-4A28-9FE4-3D56-31D7BF5ED8A6}"/>
          </ac:picMkLst>
        </pc:picChg>
        <pc:picChg chg="mod">
          <ac:chgData name="Simon Fong" userId="0989948daaec8292" providerId="LiveId" clId="{F12E0490-60F3-4147-9D04-93D87D41D5A0}" dt="2026-10-21T03:45:01.661" v="10252" actId="1037"/>
          <ac:picMkLst>
            <pc:docMk/>
            <pc:sldMk cId="3024977880" sldId="349"/>
            <ac:picMk id="8" creationId="{5AF8079C-124C-CC68-456C-5E077D30B4CE}"/>
          </ac:picMkLst>
        </pc:picChg>
        <pc:picChg chg="add mod modCrop">
          <ac:chgData name="Simon Fong" userId="0989948daaec8292" providerId="LiveId" clId="{F12E0490-60F3-4147-9D04-93D87D41D5A0}" dt="2026-10-21T13:03:20.916" v="10945" actId="1076"/>
          <ac:picMkLst>
            <pc:docMk/>
            <pc:sldMk cId="3024977880" sldId="349"/>
            <ac:picMk id="9" creationId="{71F41F8F-4E3E-FA74-22FD-AF86AD74AA28}"/>
          </ac:picMkLst>
        </pc:picChg>
      </pc:sldChg>
      <pc:sldChg chg="addSp delSp modSp add del mod modTransition addAnim delAnim modAnim">
        <pc:chgData name="Simon Fong" userId="0989948daaec8292" providerId="LiveId" clId="{F12E0490-60F3-4147-9D04-93D87D41D5A0}" dt="2026-10-21T23:23:04.901" v="11951" actId="47"/>
        <pc:sldMkLst>
          <pc:docMk/>
          <pc:sldMk cId="949559913" sldId="350"/>
        </pc:sldMkLst>
        <pc:spChg chg="mod">
          <ac:chgData name="Simon Fong" userId="0989948daaec8292" providerId="LiveId" clId="{F12E0490-60F3-4147-9D04-93D87D41D5A0}" dt="2026-10-21T13:04:36.386" v="10966" actId="2710"/>
          <ac:spMkLst>
            <pc:docMk/>
            <pc:sldMk cId="949559913" sldId="350"/>
            <ac:spMk id="5" creationId="{1D816E4C-0072-C80F-B8F2-44B0F6857C4A}"/>
          </ac:spMkLst>
        </pc:spChg>
        <pc:spChg chg="mod">
          <ac:chgData name="Simon Fong" userId="0989948daaec8292" providerId="LiveId" clId="{F12E0490-60F3-4147-9D04-93D87D41D5A0}" dt="2026-10-21T13:04:24.555" v="10963" actId="2085"/>
          <ac:spMkLst>
            <pc:docMk/>
            <pc:sldMk cId="949559913" sldId="350"/>
            <ac:spMk id="21" creationId="{2D3212B4-4017-9E8D-8B68-154C87527969}"/>
          </ac:spMkLst>
        </pc:spChg>
        <pc:picChg chg="mod">
          <ac:chgData name="Simon Fong" userId="0989948daaec8292" providerId="LiveId" clId="{F12E0490-60F3-4147-9D04-93D87D41D5A0}" dt="2026-10-21T03:45:57.411" v="10283" actId="1038"/>
          <ac:picMkLst>
            <pc:docMk/>
            <pc:sldMk cId="949559913" sldId="350"/>
            <ac:picMk id="3" creationId="{87C5CC96-806F-F748-0469-DFA5909A8C99}"/>
          </ac:picMkLst>
        </pc:picChg>
        <pc:picChg chg="add mod">
          <ac:chgData name="Simon Fong" userId="0989948daaec8292" providerId="LiveId" clId="{F12E0490-60F3-4147-9D04-93D87D41D5A0}" dt="2026-10-21T13:04:47.882" v="10968" actId="1076"/>
          <ac:picMkLst>
            <pc:docMk/>
            <pc:sldMk cId="949559913" sldId="350"/>
            <ac:picMk id="6" creationId="{71E9EEFB-041F-E35C-B701-76018A20AA74}"/>
          </ac:picMkLst>
        </pc:picChg>
        <pc:picChg chg="mod">
          <ac:chgData name="Simon Fong" userId="0989948daaec8292" providerId="LiveId" clId="{F12E0490-60F3-4147-9D04-93D87D41D5A0}" dt="2026-10-21T03:45:57.411" v="10283" actId="1038"/>
          <ac:picMkLst>
            <pc:docMk/>
            <pc:sldMk cId="949559913" sldId="350"/>
            <ac:picMk id="7" creationId="{DDC310D6-FF86-3392-2804-13AF61F7603C}"/>
          </ac:picMkLst>
        </pc:picChg>
        <pc:picChg chg="mod">
          <ac:chgData name="Simon Fong" userId="0989948daaec8292" providerId="LiveId" clId="{F12E0490-60F3-4147-9D04-93D87D41D5A0}" dt="2026-10-21T03:45:57.411" v="10283" actId="1038"/>
          <ac:picMkLst>
            <pc:docMk/>
            <pc:sldMk cId="949559913" sldId="350"/>
            <ac:picMk id="8" creationId="{1F626FD9-84B5-5477-E4E1-7CE57E0CB7CB}"/>
          </ac:picMkLst>
        </pc:picChg>
        <pc:picChg chg="del">
          <ac:chgData name="Simon Fong" userId="0989948daaec8292" providerId="LiveId" clId="{F12E0490-60F3-4147-9D04-93D87D41D5A0}" dt="2026-10-21T01:26:13.247" v="7912" actId="478"/>
          <ac:picMkLst>
            <pc:docMk/>
            <pc:sldMk cId="949559913" sldId="350"/>
            <ac:picMk id="9" creationId="{8DAC61F1-D710-D532-F0BB-E15236367CB5}"/>
          </ac:picMkLst>
        </pc:picChg>
      </pc:sldChg>
      <pc:sldChg chg="addSp modSp add del mod ord modTransition addAnim delAnim modAnim">
        <pc:chgData name="Simon Fong" userId="0989948daaec8292" providerId="LiveId" clId="{F12E0490-60F3-4147-9D04-93D87D41D5A0}" dt="2026-10-21T23:23:04.901" v="11951" actId="47"/>
        <pc:sldMkLst>
          <pc:docMk/>
          <pc:sldMk cId="531339455" sldId="351"/>
        </pc:sldMkLst>
        <pc:spChg chg="mod">
          <ac:chgData name="Simon Fong" userId="0989948daaec8292" providerId="LiveId" clId="{F12E0490-60F3-4147-9D04-93D87D41D5A0}" dt="2026-10-21T13:07:52.632" v="11021" actId="207"/>
          <ac:spMkLst>
            <pc:docMk/>
            <pc:sldMk cId="531339455" sldId="351"/>
            <ac:spMk id="5" creationId="{A35F2965-0C69-E248-8D70-710C2BDE0975}"/>
          </ac:spMkLst>
        </pc:spChg>
        <pc:spChg chg="mod">
          <ac:chgData name="Simon Fong" userId="0989948daaec8292" providerId="LiveId" clId="{F12E0490-60F3-4147-9D04-93D87D41D5A0}" dt="2026-10-21T13:07:11.005" v="11002" actId="2085"/>
          <ac:spMkLst>
            <pc:docMk/>
            <pc:sldMk cId="531339455" sldId="351"/>
            <ac:spMk id="21" creationId="{796B01BE-0A41-168A-ED76-93E134234257}"/>
          </ac:spMkLst>
        </pc:spChg>
        <pc:picChg chg="add mod">
          <ac:chgData name="Simon Fong" userId="0989948daaec8292" providerId="LiveId" clId="{F12E0490-60F3-4147-9D04-93D87D41D5A0}" dt="2026-10-21T03:48:51.622" v="10395" actId="1038"/>
          <ac:picMkLst>
            <pc:docMk/>
            <pc:sldMk cId="531339455" sldId="351"/>
            <ac:picMk id="2" creationId="{ADE4FCBA-10C7-73F0-6979-FBAD0FCD5338}"/>
          </ac:picMkLst>
        </pc:picChg>
        <pc:picChg chg="mod">
          <ac:chgData name="Simon Fong" userId="0989948daaec8292" providerId="LiveId" clId="{F12E0490-60F3-4147-9D04-93D87D41D5A0}" dt="2026-10-21T03:48:51.622" v="10395" actId="1038"/>
          <ac:picMkLst>
            <pc:docMk/>
            <pc:sldMk cId="531339455" sldId="351"/>
            <ac:picMk id="3" creationId="{7E876343-6FCE-7A6B-90CC-9261318EFF4B}"/>
          </ac:picMkLst>
        </pc:picChg>
        <pc:picChg chg="mod">
          <ac:chgData name="Simon Fong" userId="0989948daaec8292" providerId="LiveId" clId="{F12E0490-60F3-4147-9D04-93D87D41D5A0}" dt="2026-10-21T03:48:51.622" v="10395" actId="1038"/>
          <ac:picMkLst>
            <pc:docMk/>
            <pc:sldMk cId="531339455" sldId="351"/>
            <ac:picMk id="7" creationId="{8FE380F7-2A70-7FE1-DEA3-EF59681DB035}"/>
          </ac:picMkLst>
        </pc:picChg>
        <pc:picChg chg="mod">
          <ac:chgData name="Simon Fong" userId="0989948daaec8292" providerId="LiveId" clId="{F12E0490-60F3-4147-9D04-93D87D41D5A0}" dt="2026-10-21T03:48:51.622" v="10395" actId="1038"/>
          <ac:picMkLst>
            <pc:docMk/>
            <pc:sldMk cId="531339455" sldId="351"/>
            <ac:picMk id="8" creationId="{E2DBBC87-DBF4-4F70-96DD-9AB60111A7BD}"/>
          </ac:picMkLst>
        </pc:picChg>
      </pc:sldChg>
      <pc:sldChg chg="addSp delSp modSp add del mod modTransition addAnim delAnim modAnim modNotesTx">
        <pc:chgData name="Simon Fong" userId="0989948daaec8292" providerId="LiveId" clId="{F12E0490-60F3-4147-9D04-93D87D41D5A0}" dt="2026-10-21T23:23:04.901" v="11951" actId="47"/>
        <pc:sldMkLst>
          <pc:docMk/>
          <pc:sldMk cId="3509043029" sldId="352"/>
        </pc:sldMkLst>
        <pc:spChg chg="add del mod">
          <ac:chgData name="Simon Fong" userId="0989948daaec8292" providerId="LiveId" clId="{F12E0490-60F3-4147-9D04-93D87D41D5A0}" dt="2026-10-21T15:44:47.267" v="11156" actId="478"/>
          <ac:spMkLst>
            <pc:docMk/>
            <pc:sldMk cId="3509043029" sldId="352"/>
            <ac:spMk id="4" creationId="{1A9BB750-2024-D94A-FB28-94DB7B44C532}"/>
          </ac:spMkLst>
        </pc:spChg>
        <pc:spChg chg="mod">
          <ac:chgData name="Simon Fong" userId="0989948daaec8292" providerId="LiveId" clId="{F12E0490-60F3-4147-9D04-93D87D41D5A0}" dt="2026-10-21T15:41:11.683" v="11113" actId="20577"/>
          <ac:spMkLst>
            <pc:docMk/>
            <pc:sldMk cId="3509043029" sldId="352"/>
            <ac:spMk id="5" creationId="{10715739-9713-BF85-AB40-C6E97A9527DB}"/>
          </ac:spMkLst>
        </pc:spChg>
        <pc:spChg chg="add mod">
          <ac:chgData name="Simon Fong" userId="0989948daaec8292" providerId="LiveId" clId="{F12E0490-60F3-4147-9D04-93D87D41D5A0}" dt="2026-10-21T15:45:07.854" v="11159" actId="207"/>
          <ac:spMkLst>
            <pc:docMk/>
            <pc:sldMk cId="3509043029" sldId="352"/>
            <ac:spMk id="6" creationId="{2C2C232A-8EE3-27B9-148C-A5D8A6048784}"/>
          </ac:spMkLst>
        </pc:spChg>
        <pc:spChg chg="mod">
          <ac:chgData name="Simon Fong" userId="0989948daaec8292" providerId="LiveId" clId="{F12E0490-60F3-4147-9D04-93D87D41D5A0}" dt="2026-10-21T13:10:03.146" v="11024" actId="2085"/>
          <ac:spMkLst>
            <pc:docMk/>
            <pc:sldMk cId="3509043029" sldId="352"/>
            <ac:spMk id="21" creationId="{E39DA962-E80A-58D4-CA24-ED389FFC3611}"/>
          </ac:spMkLst>
        </pc:spChg>
        <pc:picChg chg="del">
          <ac:chgData name="Simon Fong" userId="0989948daaec8292" providerId="LiveId" clId="{F12E0490-60F3-4147-9D04-93D87D41D5A0}" dt="2026-10-21T01:39:01.170" v="8434" actId="478"/>
          <ac:picMkLst>
            <pc:docMk/>
            <pc:sldMk cId="3509043029" sldId="352"/>
            <ac:picMk id="2" creationId="{E4C10581-6728-955E-B621-55F3C0533202}"/>
          </ac:picMkLst>
        </pc:picChg>
        <pc:picChg chg="del">
          <ac:chgData name="Simon Fong" userId="0989948daaec8292" providerId="LiveId" clId="{F12E0490-60F3-4147-9D04-93D87D41D5A0}" dt="2026-10-21T01:39:04.218" v="8437" actId="478"/>
          <ac:picMkLst>
            <pc:docMk/>
            <pc:sldMk cId="3509043029" sldId="352"/>
            <ac:picMk id="3" creationId="{17B3222E-0A71-47BB-A67F-AD137F569B64}"/>
          </ac:picMkLst>
        </pc:picChg>
        <pc:picChg chg="add mod">
          <ac:chgData name="Simon Fong" userId="0989948daaec8292" providerId="LiveId" clId="{F12E0490-60F3-4147-9D04-93D87D41D5A0}" dt="2026-10-21T16:02:08.647" v="11470" actId="14826"/>
          <ac:picMkLst>
            <pc:docMk/>
            <pc:sldMk cId="3509043029" sldId="352"/>
            <ac:picMk id="3" creationId="{362CCE02-A1FF-37A2-6E6D-D2F5AF82E309}"/>
          </ac:picMkLst>
        </pc:picChg>
        <pc:picChg chg="del">
          <ac:chgData name="Simon Fong" userId="0989948daaec8292" providerId="LiveId" clId="{F12E0490-60F3-4147-9D04-93D87D41D5A0}" dt="2026-10-21T01:39:10.936" v="8438" actId="478"/>
          <ac:picMkLst>
            <pc:docMk/>
            <pc:sldMk cId="3509043029" sldId="352"/>
            <ac:picMk id="4" creationId="{9FEF0806-AB6A-A976-3597-2B062635A67C}"/>
          </ac:picMkLst>
        </pc:picChg>
        <pc:picChg chg="del">
          <ac:chgData name="Simon Fong" userId="0989948daaec8292" providerId="LiveId" clId="{F12E0490-60F3-4147-9D04-93D87D41D5A0}" dt="2026-10-21T01:39:02.600" v="8435" actId="478"/>
          <ac:picMkLst>
            <pc:docMk/>
            <pc:sldMk cId="3509043029" sldId="352"/>
            <ac:picMk id="7" creationId="{21D133E3-BE84-BAEA-62DC-23EA81893F17}"/>
          </ac:picMkLst>
        </pc:picChg>
        <pc:picChg chg="del">
          <ac:chgData name="Simon Fong" userId="0989948daaec8292" providerId="LiveId" clId="{F12E0490-60F3-4147-9D04-93D87D41D5A0}" dt="2026-10-21T01:39:03.472" v="8436" actId="478"/>
          <ac:picMkLst>
            <pc:docMk/>
            <pc:sldMk cId="3509043029" sldId="352"/>
            <ac:picMk id="8" creationId="{ACE0A5DB-EDC8-1B1A-3223-84C6EF9F989B}"/>
          </ac:picMkLst>
        </pc:picChg>
      </pc:sldChg>
      <pc:sldChg chg="modSp add del mod modTransition modAnim">
        <pc:chgData name="Simon Fong" userId="0989948daaec8292" providerId="LiveId" clId="{F12E0490-60F3-4147-9D04-93D87D41D5A0}" dt="2026-10-21T16:17:20.058" v="11516" actId="47"/>
        <pc:sldMkLst>
          <pc:docMk/>
          <pc:sldMk cId="2288475341" sldId="353"/>
        </pc:sldMkLst>
        <pc:spChg chg="mod">
          <ac:chgData name="Simon Fong" userId="0989948daaec8292" providerId="LiveId" clId="{F12E0490-60F3-4147-9D04-93D87D41D5A0}" dt="2026-10-21T03:52:44.965" v="10486" actId="207"/>
          <ac:spMkLst>
            <pc:docMk/>
            <pc:sldMk cId="2288475341" sldId="353"/>
            <ac:spMk id="5" creationId="{2F486437-8353-4EE1-0B36-381A28C60947}"/>
          </ac:spMkLst>
        </pc:spChg>
        <pc:spChg chg="mod">
          <ac:chgData name="Simon Fong" userId="0989948daaec8292" providerId="LiveId" clId="{F12E0490-60F3-4147-9D04-93D87D41D5A0}" dt="2026-10-21T13:10:11.278" v="11027" actId="179"/>
          <ac:spMkLst>
            <pc:docMk/>
            <pc:sldMk cId="2288475341" sldId="353"/>
            <ac:spMk id="21" creationId="{64829C5F-7205-4D25-5D75-E2EE5D0EA75D}"/>
          </ac:spMkLst>
        </pc:spChg>
      </pc:sldChg>
      <pc:sldChg chg="delSp modSp add mod modTransition addAnim delAnim modAnim modNotesTx">
        <pc:chgData name="Simon Fong" userId="0989948daaec8292" providerId="LiveId" clId="{F12E0490-60F3-4147-9D04-93D87D41D5A0}" dt="2026-10-22T01:36:45.706" v="12664"/>
        <pc:sldMkLst>
          <pc:docMk/>
          <pc:sldMk cId="3746039619" sldId="354"/>
        </pc:sldMkLst>
        <pc:spChg chg="mod">
          <ac:chgData name="Simon Fong" userId="0989948daaec8292" providerId="LiveId" clId="{F12E0490-60F3-4147-9D04-93D87D41D5A0}" dt="2026-10-21T23:14:56.128" v="11839" actId="27636"/>
          <ac:spMkLst>
            <pc:docMk/>
            <pc:sldMk cId="3746039619" sldId="354"/>
            <ac:spMk id="2" creationId="{71F4FAB4-09B7-EB32-768D-B4308FE8B1ED}"/>
          </ac:spMkLst>
        </pc:spChg>
        <pc:spChg chg="mod">
          <ac:chgData name="Simon Fong" userId="0989948daaec8292" providerId="LiveId" clId="{F12E0490-60F3-4147-9D04-93D87D41D5A0}" dt="2026-10-22T00:09:41.118" v="12032" actId="6549"/>
          <ac:spMkLst>
            <pc:docMk/>
            <pc:sldMk cId="3746039619" sldId="354"/>
            <ac:spMk id="5" creationId="{E4947C39-FB44-13AB-6D85-5B4536E612D4}"/>
          </ac:spMkLst>
        </pc:spChg>
        <pc:picChg chg="del mod">
          <ac:chgData name="Simon Fong" userId="0989948daaec8292" providerId="LiveId" clId="{F12E0490-60F3-4147-9D04-93D87D41D5A0}" dt="2026-10-21T23:22:22.582" v="11948" actId="478"/>
          <ac:picMkLst>
            <pc:docMk/>
            <pc:sldMk cId="3746039619" sldId="354"/>
            <ac:picMk id="15" creationId="{8A30C845-2B6A-C67B-FAAA-D62650087A95}"/>
          </ac:picMkLst>
        </pc:picChg>
      </pc:sldChg>
      <pc:sldChg chg="modSp add mod modTransition addAnim delAnim modAnim">
        <pc:chgData name="Simon Fong" userId="0989948daaec8292" providerId="LiveId" clId="{F12E0490-60F3-4147-9D04-93D87D41D5A0}" dt="2026-10-22T01:58:01.707" v="12712"/>
        <pc:sldMkLst>
          <pc:docMk/>
          <pc:sldMk cId="277277012" sldId="355"/>
        </pc:sldMkLst>
        <pc:spChg chg="mod">
          <ac:chgData name="Simon Fong" userId="0989948daaec8292" providerId="LiveId" clId="{F12E0490-60F3-4147-9D04-93D87D41D5A0}" dt="2026-10-22T00:13:50.387" v="12084" actId="20577"/>
          <ac:spMkLst>
            <pc:docMk/>
            <pc:sldMk cId="277277012" sldId="355"/>
            <ac:spMk id="5" creationId="{3B16619F-43D0-A37C-B795-5857B441898A}"/>
          </ac:spMkLst>
        </pc:spChg>
        <pc:spChg chg="mod">
          <ac:chgData name="Simon Fong" userId="0989948daaec8292" providerId="LiveId" clId="{F12E0490-60F3-4147-9D04-93D87D41D5A0}" dt="2026-10-22T00:11:27.690" v="12033"/>
          <ac:spMkLst>
            <pc:docMk/>
            <pc:sldMk cId="277277012" sldId="355"/>
            <ac:spMk id="21" creationId="{95AA2652-E4FE-90A0-B535-A88153F01217}"/>
          </ac:spMkLst>
        </pc:spChg>
        <pc:picChg chg="mod modCrop">
          <ac:chgData name="Simon Fong" userId="0989948daaec8292" providerId="LiveId" clId="{F12E0490-60F3-4147-9D04-93D87D41D5A0}" dt="2026-10-22T00:13:54.070" v="12085" actId="1076"/>
          <ac:picMkLst>
            <pc:docMk/>
            <pc:sldMk cId="277277012" sldId="355"/>
            <ac:picMk id="3" creationId="{859B8CB6-3F21-E154-2434-2BF1496C7719}"/>
          </ac:picMkLst>
        </pc:picChg>
      </pc:sldChg>
      <pc:sldChg chg="add del">
        <pc:chgData name="Simon Fong" userId="0989948daaec8292" providerId="LiveId" clId="{F12E0490-60F3-4147-9D04-93D87D41D5A0}" dt="2026-10-21T16:17:18.525" v="11515" actId="47"/>
        <pc:sldMkLst>
          <pc:docMk/>
          <pc:sldMk cId="2882348766" sldId="355"/>
        </pc:sldMkLst>
      </pc:sldChg>
      <pc:sldChg chg="delSp modSp add mod addAnim delAnim modAnim">
        <pc:chgData name="Simon Fong" userId="0989948daaec8292" providerId="LiveId" clId="{F12E0490-60F3-4147-9D04-93D87D41D5A0}" dt="2026-10-22T02:00:03.202" v="12763"/>
        <pc:sldMkLst>
          <pc:docMk/>
          <pc:sldMk cId="1028939191" sldId="356"/>
        </pc:sldMkLst>
        <pc:spChg chg="mod">
          <ac:chgData name="Simon Fong" userId="0989948daaec8292" providerId="LiveId" clId="{F12E0490-60F3-4147-9D04-93D87D41D5A0}" dt="2026-10-22T00:15:51.906" v="12109" actId="2710"/>
          <ac:spMkLst>
            <pc:docMk/>
            <pc:sldMk cId="1028939191" sldId="356"/>
            <ac:spMk id="5" creationId="{481C3462-A648-0CA7-73C5-439870A5DE04}"/>
          </ac:spMkLst>
        </pc:spChg>
        <pc:spChg chg="mod">
          <ac:chgData name="Simon Fong" userId="0989948daaec8292" providerId="LiveId" clId="{F12E0490-60F3-4147-9D04-93D87D41D5A0}" dt="2026-10-22T00:14:19.032" v="12087"/>
          <ac:spMkLst>
            <pc:docMk/>
            <pc:sldMk cId="1028939191" sldId="356"/>
            <ac:spMk id="21" creationId="{7D3FBF3C-B66C-200D-A887-99901987B27E}"/>
          </ac:spMkLst>
        </pc:spChg>
        <pc:picChg chg="del">
          <ac:chgData name="Simon Fong" userId="0989948daaec8292" providerId="LiveId" clId="{F12E0490-60F3-4147-9D04-93D87D41D5A0}" dt="2026-10-22T00:14:21.799" v="12088" actId="478"/>
          <ac:picMkLst>
            <pc:docMk/>
            <pc:sldMk cId="1028939191" sldId="356"/>
            <ac:picMk id="3" creationId="{2D35EBF2-31CF-4747-2BE9-83B18BB58316}"/>
          </ac:picMkLst>
        </pc:picChg>
      </pc:sldChg>
      <pc:sldChg chg="modSp add del mod modTransition modAnim modNotesTx">
        <pc:chgData name="Simon Fong" userId="0989948daaec8292" providerId="LiveId" clId="{F12E0490-60F3-4147-9D04-93D87D41D5A0}" dt="2026-10-21T23:23:04.901" v="11951" actId="47"/>
        <pc:sldMkLst>
          <pc:docMk/>
          <pc:sldMk cId="3589390894" sldId="356"/>
        </pc:sldMkLst>
        <pc:spChg chg="mod">
          <ac:chgData name="Simon Fong" userId="0989948daaec8292" providerId="LiveId" clId="{F12E0490-60F3-4147-9D04-93D87D41D5A0}" dt="2026-10-21T15:47:58.528" v="11209" actId="14100"/>
          <ac:spMkLst>
            <pc:docMk/>
            <pc:sldMk cId="3589390894" sldId="356"/>
            <ac:spMk id="6" creationId="{A5E1E015-23C3-D12E-E4F8-A2711F021999}"/>
          </ac:spMkLst>
        </pc:spChg>
        <pc:picChg chg="mod">
          <ac:chgData name="Simon Fong" userId="0989948daaec8292" providerId="LiveId" clId="{F12E0490-60F3-4147-9D04-93D87D41D5A0}" dt="2026-10-21T16:02:16.798" v="11471" actId="14826"/>
          <ac:picMkLst>
            <pc:docMk/>
            <pc:sldMk cId="3589390894" sldId="356"/>
            <ac:picMk id="3" creationId="{7937E774-7CCA-2A71-EA69-722B6AB63A2B}"/>
          </ac:picMkLst>
        </pc:picChg>
      </pc:sldChg>
      <pc:sldChg chg="modSp add del mod modTransition modNotesTx">
        <pc:chgData name="Simon Fong" userId="0989948daaec8292" providerId="LiveId" clId="{F12E0490-60F3-4147-9D04-93D87D41D5A0}" dt="2026-10-21T23:23:04.901" v="11951" actId="47"/>
        <pc:sldMkLst>
          <pc:docMk/>
          <pc:sldMk cId="2350224871" sldId="357"/>
        </pc:sldMkLst>
        <pc:spChg chg="mod">
          <ac:chgData name="Simon Fong" userId="0989948daaec8292" providerId="LiveId" clId="{F12E0490-60F3-4147-9D04-93D87D41D5A0}" dt="2026-10-21T15:57:47.607" v="11306" actId="14100"/>
          <ac:spMkLst>
            <pc:docMk/>
            <pc:sldMk cId="2350224871" sldId="357"/>
            <ac:spMk id="6" creationId="{D8FD39D0-9B43-DED0-5DAD-B48EACA740BC}"/>
          </ac:spMkLst>
        </pc:spChg>
        <pc:picChg chg="mod">
          <ac:chgData name="Simon Fong" userId="0989948daaec8292" providerId="LiveId" clId="{F12E0490-60F3-4147-9D04-93D87D41D5A0}" dt="2026-10-21T16:02:23.336" v="11472" actId="14826"/>
          <ac:picMkLst>
            <pc:docMk/>
            <pc:sldMk cId="2350224871" sldId="357"/>
            <ac:picMk id="3" creationId="{0C949CC4-404A-1612-8971-E31A560D2942}"/>
          </ac:picMkLst>
        </pc:picChg>
      </pc:sldChg>
      <pc:sldChg chg="modSp add mod ord modTransition addAnim delAnim modAnim">
        <pc:chgData name="Simon Fong" userId="0989948daaec8292" providerId="LiveId" clId="{F12E0490-60F3-4147-9D04-93D87D41D5A0}" dt="2026-10-22T02:20:23.568" v="13100" actId="1076"/>
        <pc:sldMkLst>
          <pc:docMk/>
          <pc:sldMk cId="2917318535" sldId="357"/>
        </pc:sldMkLst>
        <pc:spChg chg="mod">
          <ac:chgData name="Simon Fong" userId="0989948daaec8292" providerId="LiveId" clId="{F12E0490-60F3-4147-9D04-93D87D41D5A0}" dt="2026-10-22T02:00:49.218" v="12766" actId="6549"/>
          <ac:spMkLst>
            <pc:docMk/>
            <pc:sldMk cId="2917318535" sldId="357"/>
            <ac:spMk id="5" creationId="{F0C06953-F12E-ADFB-C65A-9D0A03A13B69}"/>
          </ac:spMkLst>
        </pc:spChg>
        <pc:spChg chg="mod">
          <ac:chgData name="Simon Fong" userId="0989948daaec8292" providerId="LiveId" clId="{F12E0490-60F3-4147-9D04-93D87D41D5A0}" dt="2026-10-22T00:18:36.624" v="12113"/>
          <ac:spMkLst>
            <pc:docMk/>
            <pc:sldMk cId="2917318535" sldId="357"/>
            <ac:spMk id="21" creationId="{79882648-9762-1483-3CEA-6C41BF3B7169}"/>
          </ac:spMkLst>
        </pc:spChg>
        <pc:picChg chg="mod modCrop">
          <ac:chgData name="Simon Fong" userId="0989948daaec8292" providerId="LiveId" clId="{F12E0490-60F3-4147-9D04-93D87D41D5A0}" dt="2026-10-22T02:20:23.568" v="13100" actId="1076"/>
          <ac:picMkLst>
            <pc:docMk/>
            <pc:sldMk cId="2917318535" sldId="357"/>
            <ac:picMk id="3" creationId="{9C55635D-66DE-880D-0687-A7E0323A2608}"/>
          </ac:picMkLst>
        </pc:picChg>
      </pc:sldChg>
      <pc:sldChg chg="addSp delSp modSp add del mod">
        <pc:chgData name="Simon Fong" userId="0989948daaec8292" providerId="LiveId" clId="{F12E0490-60F3-4147-9D04-93D87D41D5A0}" dt="2026-10-22T00:27:05.763" v="12199" actId="2696"/>
        <pc:sldMkLst>
          <pc:docMk/>
          <pc:sldMk cId="2956813664" sldId="358"/>
        </pc:sldMkLst>
        <pc:spChg chg="mod">
          <ac:chgData name="Simon Fong" userId="0989948daaec8292" providerId="LiveId" clId="{F12E0490-60F3-4147-9D04-93D87D41D5A0}" dt="2026-10-22T00:23:46.367" v="12168" actId="20577"/>
          <ac:spMkLst>
            <pc:docMk/>
            <pc:sldMk cId="2956813664" sldId="358"/>
            <ac:spMk id="5" creationId="{9EA5E178-E724-E42F-280E-4B8D3920EA07}"/>
          </ac:spMkLst>
        </pc:spChg>
        <pc:spChg chg="add del mod">
          <ac:chgData name="Simon Fong" userId="0989948daaec8292" providerId="LiveId" clId="{F12E0490-60F3-4147-9D04-93D87D41D5A0}" dt="2026-10-22T00:24:53.363" v="12177"/>
          <ac:spMkLst>
            <pc:docMk/>
            <pc:sldMk cId="2956813664" sldId="358"/>
            <ac:spMk id="7" creationId="{0CCF6F7F-9788-33D0-7F9E-7433DF452DFA}"/>
          </ac:spMkLst>
        </pc:spChg>
        <pc:spChg chg="add del mod">
          <ac:chgData name="Simon Fong" userId="0989948daaec8292" providerId="LiveId" clId="{F12E0490-60F3-4147-9D04-93D87D41D5A0}" dt="2026-10-22T00:24:55.349" v="12180"/>
          <ac:spMkLst>
            <pc:docMk/>
            <pc:sldMk cId="2956813664" sldId="358"/>
            <ac:spMk id="8" creationId="{4A139D51-2BA5-FAA4-757B-5C04A077B5C9}"/>
          </ac:spMkLst>
        </pc:spChg>
        <pc:spChg chg="add mod">
          <ac:chgData name="Simon Fong" userId="0989948daaec8292" providerId="LiveId" clId="{F12E0490-60F3-4147-9D04-93D87D41D5A0}" dt="2026-10-22T00:25:11.769" v="12185" actId="14100"/>
          <ac:spMkLst>
            <pc:docMk/>
            <pc:sldMk cId="2956813664" sldId="358"/>
            <ac:spMk id="9" creationId="{E14141B3-46D1-155E-D91C-831863B87610}"/>
          </ac:spMkLst>
        </pc:spChg>
        <pc:spChg chg="mod">
          <ac:chgData name="Simon Fong" userId="0989948daaec8292" providerId="LiveId" clId="{F12E0490-60F3-4147-9D04-93D87D41D5A0}" dt="2026-10-22T00:22:39.856" v="12160"/>
          <ac:spMkLst>
            <pc:docMk/>
            <pc:sldMk cId="2956813664" sldId="358"/>
            <ac:spMk id="21" creationId="{510D768A-68C3-6B51-76C8-C56126965EAE}"/>
          </ac:spMkLst>
        </pc:spChg>
        <pc:graphicFrameChg chg="add del mod">
          <ac:chgData name="Simon Fong" userId="0989948daaec8292" providerId="LiveId" clId="{F12E0490-60F3-4147-9D04-93D87D41D5A0}" dt="2026-10-22T00:23:21.385" v="12164" actId="478"/>
          <ac:graphicFrameMkLst>
            <pc:docMk/>
            <pc:sldMk cId="2956813664" sldId="358"/>
            <ac:graphicFrameMk id="2" creationId="{0A02F53D-CC0E-64BD-C4C7-259DF4E11CDA}"/>
          </ac:graphicFrameMkLst>
        </pc:graphicFrameChg>
        <pc:graphicFrameChg chg="add mod modGraphic">
          <ac:chgData name="Simon Fong" userId="0989948daaec8292" providerId="LiveId" clId="{F12E0490-60F3-4147-9D04-93D87D41D5A0}" dt="2026-10-22T00:24:36.628" v="12174" actId="1076"/>
          <ac:graphicFrameMkLst>
            <pc:docMk/>
            <pc:sldMk cId="2956813664" sldId="358"/>
            <ac:graphicFrameMk id="6" creationId="{88A3F183-8A82-EACD-718B-1F10168A635D}"/>
          </ac:graphicFrameMkLst>
        </pc:graphicFrameChg>
        <pc:picChg chg="del">
          <ac:chgData name="Simon Fong" userId="0989948daaec8292" providerId="LiveId" clId="{F12E0490-60F3-4147-9D04-93D87D41D5A0}" dt="2026-10-22T00:24:17.934" v="12173" actId="478"/>
          <ac:picMkLst>
            <pc:docMk/>
            <pc:sldMk cId="2956813664" sldId="358"/>
            <ac:picMk id="3" creationId="{ABF8296C-AB47-9E35-B0B4-65DAF5770FC4}"/>
          </ac:picMkLst>
        </pc:picChg>
      </pc:sldChg>
      <pc:sldChg chg="modSp add del mod modTransition modNotesTx">
        <pc:chgData name="Simon Fong" userId="0989948daaec8292" providerId="LiveId" clId="{F12E0490-60F3-4147-9D04-93D87D41D5A0}" dt="2026-10-21T23:23:04.901" v="11951" actId="47"/>
        <pc:sldMkLst>
          <pc:docMk/>
          <pc:sldMk cId="3086191465" sldId="358"/>
        </pc:sldMkLst>
        <pc:spChg chg="mod">
          <ac:chgData name="Simon Fong" userId="0989948daaec8292" providerId="LiveId" clId="{F12E0490-60F3-4147-9D04-93D87D41D5A0}" dt="2026-10-21T15:59:08.572" v="11354" actId="14100"/>
          <ac:spMkLst>
            <pc:docMk/>
            <pc:sldMk cId="3086191465" sldId="358"/>
            <ac:spMk id="6" creationId="{9CECAFDD-8183-910F-8447-52D5251C1783}"/>
          </ac:spMkLst>
        </pc:spChg>
        <pc:picChg chg="mod">
          <ac:chgData name="Simon Fong" userId="0989948daaec8292" providerId="LiveId" clId="{F12E0490-60F3-4147-9D04-93D87D41D5A0}" dt="2026-10-21T16:02:30.187" v="11473" actId="14826"/>
          <ac:picMkLst>
            <pc:docMk/>
            <pc:sldMk cId="3086191465" sldId="358"/>
            <ac:picMk id="3" creationId="{E0C36C1A-EB18-1FBE-6D37-8E7F0A7D43D2}"/>
          </ac:picMkLst>
        </pc:picChg>
      </pc:sldChg>
      <pc:sldChg chg="addSp delSp modSp add mod addAnim delAnim modAnim">
        <pc:chgData name="Simon Fong" userId="0989948daaec8292" providerId="LiveId" clId="{F12E0490-60F3-4147-9D04-93D87D41D5A0}" dt="2026-10-22T02:21:00.712" v="13102" actId="207"/>
        <pc:sldMkLst>
          <pc:docMk/>
          <pc:sldMk cId="2673231998" sldId="359"/>
        </pc:sldMkLst>
        <pc:spChg chg="mod">
          <ac:chgData name="Simon Fong" userId="0989948daaec8292" providerId="LiveId" clId="{F12E0490-60F3-4147-9D04-93D87D41D5A0}" dt="2026-10-22T00:26:19.895" v="12193" actId="20577"/>
          <ac:spMkLst>
            <pc:docMk/>
            <pc:sldMk cId="2673231998" sldId="359"/>
            <ac:spMk id="5" creationId="{3D937263-7297-6B67-D20E-465FE4286101}"/>
          </ac:spMkLst>
        </pc:spChg>
        <pc:spChg chg="mod">
          <ac:chgData name="Simon Fong" userId="0989948daaec8292" providerId="LiveId" clId="{F12E0490-60F3-4147-9D04-93D87D41D5A0}" dt="2026-10-22T00:25:57.961" v="12187"/>
          <ac:spMkLst>
            <pc:docMk/>
            <pc:sldMk cId="2673231998" sldId="359"/>
            <ac:spMk id="21" creationId="{6E734685-880D-D3F1-A977-3DC0A8655645}"/>
          </ac:spMkLst>
        </pc:spChg>
        <pc:graphicFrameChg chg="add mod modGraphic">
          <ac:chgData name="Simon Fong" userId="0989948daaec8292" providerId="LiveId" clId="{F12E0490-60F3-4147-9D04-93D87D41D5A0}" dt="2026-10-22T02:21:00.712" v="13102" actId="207"/>
          <ac:graphicFrameMkLst>
            <pc:docMk/>
            <pc:sldMk cId="2673231998" sldId="359"/>
            <ac:graphicFrameMk id="6" creationId="{E1C121CC-EB46-09BB-1AA9-CF80F62F8C3B}"/>
          </ac:graphicFrameMkLst>
        </pc:graphicFrameChg>
        <pc:picChg chg="del">
          <ac:chgData name="Simon Fong" userId="0989948daaec8292" providerId="LiveId" clId="{F12E0490-60F3-4147-9D04-93D87D41D5A0}" dt="2026-10-22T00:26:28.862" v="12195" actId="478"/>
          <ac:picMkLst>
            <pc:docMk/>
            <pc:sldMk cId="2673231998" sldId="359"/>
            <ac:picMk id="3" creationId="{02A58818-0BB5-DB40-DAC8-B3C95D9C211F}"/>
          </ac:picMkLst>
        </pc:picChg>
      </pc:sldChg>
      <pc:sldChg chg="modSp add del mod modTransition modNotesTx">
        <pc:chgData name="Simon Fong" userId="0989948daaec8292" providerId="LiveId" clId="{F12E0490-60F3-4147-9D04-93D87D41D5A0}" dt="2026-10-21T23:23:04.901" v="11951" actId="47"/>
        <pc:sldMkLst>
          <pc:docMk/>
          <pc:sldMk cId="3365818493" sldId="359"/>
        </pc:sldMkLst>
        <pc:spChg chg="mod">
          <ac:chgData name="Simon Fong" userId="0989948daaec8292" providerId="LiveId" clId="{F12E0490-60F3-4147-9D04-93D87D41D5A0}" dt="2026-10-21T16:03:56.268" v="11491" actId="14100"/>
          <ac:spMkLst>
            <pc:docMk/>
            <pc:sldMk cId="3365818493" sldId="359"/>
            <ac:spMk id="6" creationId="{1F0102E9-6916-4713-9F93-379CAE1C011F}"/>
          </ac:spMkLst>
        </pc:spChg>
        <pc:picChg chg="mod">
          <ac:chgData name="Simon Fong" userId="0989948daaec8292" providerId="LiveId" clId="{F12E0490-60F3-4147-9D04-93D87D41D5A0}" dt="2026-10-21T16:02:36.472" v="11474" actId="14826"/>
          <ac:picMkLst>
            <pc:docMk/>
            <pc:sldMk cId="3365818493" sldId="359"/>
            <ac:picMk id="3" creationId="{5C46897D-AD17-E03C-1804-D6264C6EF6EE}"/>
          </ac:picMkLst>
        </pc:picChg>
      </pc:sldChg>
      <pc:sldChg chg="addSp delSp modSp add mod addAnim delAnim modAnim">
        <pc:chgData name="Simon Fong" userId="0989948daaec8292" providerId="LiveId" clId="{F12E0490-60F3-4147-9D04-93D87D41D5A0}" dt="2026-10-22T02:04:21.780" v="12844"/>
        <pc:sldMkLst>
          <pc:docMk/>
          <pc:sldMk cId="318809019" sldId="360"/>
        </pc:sldMkLst>
        <pc:spChg chg="mod">
          <ac:chgData name="Simon Fong" userId="0989948daaec8292" providerId="LiveId" clId="{F12E0490-60F3-4147-9D04-93D87D41D5A0}" dt="2026-10-22T00:28:10.265" v="12220" actId="20577"/>
          <ac:spMkLst>
            <pc:docMk/>
            <pc:sldMk cId="318809019" sldId="360"/>
            <ac:spMk id="5" creationId="{E9113683-13B1-0D01-D6B0-10021ED6CFD5}"/>
          </ac:spMkLst>
        </pc:spChg>
        <pc:graphicFrameChg chg="del">
          <ac:chgData name="Simon Fong" userId="0989948daaec8292" providerId="LiveId" clId="{F12E0490-60F3-4147-9D04-93D87D41D5A0}" dt="2026-10-22T00:26:51.687" v="12198" actId="478"/>
          <ac:graphicFrameMkLst>
            <pc:docMk/>
            <pc:sldMk cId="318809019" sldId="360"/>
            <ac:graphicFrameMk id="6" creationId="{E167BD00-6E28-C473-595A-18426981A001}"/>
          </ac:graphicFrameMkLst>
        </pc:graphicFrameChg>
        <pc:picChg chg="add mod modCrop">
          <ac:chgData name="Simon Fong" userId="0989948daaec8292" providerId="LiveId" clId="{F12E0490-60F3-4147-9D04-93D87D41D5A0}" dt="2026-10-22T00:28:29.259" v="12223" actId="1076"/>
          <ac:picMkLst>
            <pc:docMk/>
            <pc:sldMk cId="318809019" sldId="360"/>
            <ac:picMk id="3" creationId="{7841CB9E-3136-1775-6DE5-29E270DE7D0B}"/>
          </ac:picMkLst>
        </pc:picChg>
      </pc:sldChg>
      <pc:sldChg chg="addSp delSp modSp add del mod ord modAnim">
        <pc:chgData name="Simon Fong" userId="0989948daaec8292" providerId="LiveId" clId="{F12E0490-60F3-4147-9D04-93D87D41D5A0}" dt="2026-10-21T16:26:16.958" v="11521" actId="47"/>
        <pc:sldMkLst>
          <pc:docMk/>
          <pc:sldMk cId="1680775075" sldId="360"/>
        </pc:sldMkLst>
        <pc:spChg chg="mod">
          <ac:chgData name="Simon Fong" userId="0989948daaec8292" providerId="LiveId" clId="{F12E0490-60F3-4147-9D04-93D87D41D5A0}" dt="2026-10-21T16:06:19.652" v="11496" actId="6549"/>
          <ac:spMkLst>
            <pc:docMk/>
            <pc:sldMk cId="1680775075" sldId="360"/>
            <ac:spMk id="24" creationId="{B2AD38A4-933B-FD5B-9076-F68F658375BB}"/>
          </ac:spMkLst>
        </pc:spChg>
        <pc:picChg chg="add del">
          <ac:chgData name="Simon Fong" userId="0989948daaec8292" providerId="LiveId" clId="{F12E0490-60F3-4147-9D04-93D87D41D5A0}" dt="2026-10-21T16:25:46.364" v="11519" actId="478"/>
          <ac:picMkLst>
            <pc:docMk/>
            <pc:sldMk cId="1680775075" sldId="360"/>
            <ac:picMk id="32" creationId="{9DC1DDB9-497D-8B88-4CD4-839ECD382119}"/>
          </ac:picMkLst>
        </pc:picChg>
      </pc:sldChg>
      <pc:sldChg chg="delSp modSp add mod addAnim delAnim modAnim">
        <pc:chgData name="Simon Fong" userId="0989948daaec8292" providerId="LiveId" clId="{F12E0490-60F3-4147-9D04-93D87D41D5A0}" dt="2026-10-22T02:05:23.893" v="12858"/>
        <pc:sldMkLst>
          <pc:docMk/>
          <pc:sldMk cId="3014092043" sldId="361"/>
        </pc:sldMkLst>
        <pc:spChg chg="mod">
          <ac:chgData name="Simon Fong" userId="0989948daaec8292" providerId="LiveId" clId="{F12E0490-60F3-4147-9D04-93D87D41D5A0}" dt="2026-10-22T00:30:53.975" v="12274" actId="255"/>
          <ac:spMkLst>
            <pc:docMk/>
            <pc:sldMk cId="3014092043" sldId="361"/>
            <ac:spMk id="5" creationId="{5C3DF611-88DA-8CD4-705C-FC539B6E230D}"/>
          </ac:spMkLst>
        </pc:spChg>
        <pc:spChg chg="mod">
          <ac:chgData name="Simon Fong" userId="0989948daaec8292" providerId="LiveId" clId="{F12E0490-60F3-4147-9D04-93D87D41D5A0}" dt="2026-10-22T00:29:10.687" v="12234" actId="20577"/>
          <ac:spMkLst>
            <pc:docMk/>
            <pc:sldMk cId="3014092043" sldId="361"/>
            <ac:spMk id="21" creationId="{A4FCECA6-66DC-BE43-A72E-91656B3A4238}"/>
          </ac:spMkLst>
        </pc:spChg>
        <pc:picChg chg="del mod">
          <ac:chgData name="Simon Fong" userId="0989948daaec8292" providerId="LiveId" clId="{F12E0490-60F3-4147-9D04-93D87D41D5A0}" dt="2026-10-22T00:31:22.151" v="12275" actId="478"/>
          <ac:picMkLst>
            <pc:docMk/>
            <pc:sldMk cId="3014092043" sldId="361"/>
            <ac:picMk id="3" creationId="{09826AC2-0158-A2B5-1CFB-E1AE774EAF0E}"/>
          </ac:picMkLst>
        </pc:picChg>
      </pc:sldChg>
      <pc:sldChg chg="addSp delSp modSp add del mod">
        <pc:chgData name="Simon Fong" userId="0989948daaec8292" providerId="LiveId" clId="{F12E0490-60F3-4147-9D04-93D87D41D5A0}" dt="2026-10-21T16:33:17.911" v="11530" actId="2696"/>
        <pc:sldMkLst>
          <pc:docMk/>
          <pc:sldMk cId="3816560892" sldId="361"/>
        </pc:sldMkLst>
        <pc:spChg chg="add mod">
          <ac:chgData name="Simon Fong" userId="0989948daaec8292" providerId="LiveId" clId="{F12E0490-60F3-4147-9D04-93D87D41D5A0}" dt="2026-10-21T16:33:04.352" v="11526" actId="767"/>
          <ac:spMkLst>
            <pc:docMk/>
            <pc:sldMk cId="3816560892" sldId="361"/>
            <ac:spMk id="2" creationId="{A4ED4B4B-66AE-1466-4274-8981F4B4E026}"/>
          </ac:spMkLst>
        </pc:spChg>
        <pc:spChg chg="del">
          <ac:chgData name="Simon Fong" userId="0989948daaec8292" providerId="LiveId" clId="{F12E0490-60F3-4147-9D04-93D87D41D5A0}" dt="2026-10-21T16:26:21.029" v="11523" actId="478"/>
          <ac:spMkLst>
            <pc:docMk/>
            <pc:sldMk cId="3816560892" sldId="361"/>
            <ac:spMk id="6" creationId="{AD36CEF3-907A-5FAA-A0AA-00F3AA75DF6A}"/>
          </ac:spMkLst>
        </pc:spChg>
        <pc:spChg chg="mod">
          <ac:chgData name="Simon Fong" userId="0989948daaec8292" providerId="LiveId" clId="{F12E0490-60F3-4147-9D04-93D87D41D5A0}" dt="2026-10-21T16:33:01.954" v="11524" actId="6549"/>
          <ac:spMkLst>
            <pc:docMk/>
            <pc:sldMk cId="3816560892" sldId="361"/>
            <ac:spMk id="21" creationId="{B4BF7C72-A591-B7DE-8384-D5728952FAB5}"/>
          </ac:spMkLst>
        </pc:spChg>
        <pc:picChg chg="del">
          <ac:chgData name="Simon Fong" userId="0989948daaec8292" providerId="LiveId" clId="{F12E0490-60F3-4147-9D04-93D87D41D5A0}" dt="2026-10-21T16:26:19.726" v="11522" actId="478"/>
          <ac:picMkLst>
            <pc:docMk/>
            <pc:sldMk cId="3816560892" sldId="361"/>
            <ac:picMk id="3" creationId="{351619FB-5C3B-9F5F-D261-555764810D54}"/>
          </ac:picMkLst>
        </pc:picChg>
      </pc:sldChg>
      <pc:sldChg chg="delSp modSp add del mod ord modTransition delAnim modAnim">
        <pc:chgData name="Simon Fong" userId="0989948daaec8292" providerId="LiveId" clId="{F12E0490-60F3-4147-9D04-93D87D41D5A0}" dt="2026-10-21T23:23:04.901" v="11951" actId="47"/>
        <pc:sldMkLst>
          <pc:docMk/>
          <pc:sldMk cId="1607717512" sldId="362"/>
        </pc:sldMkLst>
        <pc:spChg chg="mod">
          <ac:chgData name="Simon Fong" userId="0989948daaec8292" providerId="LiveId" clId="{F12E0490-60F3-4147-9D04-93D87D41D5A0}" dt="2026-10-21T21:46:57.035" v="11825" actId="5793"/>
          <ac:spMkLst>
            <pc:docMk/>
            <pc:sldMk cId="1607717512" sldId="362"/>
            <ac:spMk id="5" creationId="{3D43E055-5A9B-0C8F-9EB7-952970FE1877}"/>
          </ac:spMkLst>
        </pc:spChg>
        <pc:spChg chg="mod">
          <ac:chgData name="Simon Fong" userId="0989948daaec8292" providerId="LiveId" clId="{F12E0490-60F3-4147-9D04-93D87D41D5A0}" dt="2026-10-21T21:46:51.240" v="11823" actId="255"/>
          <ac:spMkLst>
            <pc:docMk/>
            <pc:sldMk cId="1607717512" sldId="362"/>
            <ac:spMk id="21" creationId="{6858D4A1-E58F-932C-99AE-B99C27499249}"/>
          </ac:spMkLst>
        </pc:spChg>
        <pc:picChg chg="del">
          <ac:chgData name="Simon Fong" userId="0989948daaec8292" providerId="LiveId" clId="{F12E0490-60F3-4147-9D04-93D87D41D5A0}" dt="2026-10-21T16:33:30.173" v="11536" actId="478"/>
          <ac:picMkLst>
            <pc:docMk/>
            <pc:sldMk cId="1607717512" sldId="362"/>
            <ac:picMk id="2" creationId="{CDBD5C7E-692D-E1FA-DAB2-2CB4B42A46F8}"/>
          </ac:picMkLst>
        </pc:picChg>
        <pc:picChg chg="del">
          <ac:chgData name="Simon Fong" userId="0989948daaec8292" providerId="LiveId" clId="{F12E0490-60F3-4147-9D04-93D87D41D5A0}" dt="2026-10-21T16:33:27.421" v="11533" actId="478"/>
          <ac:picMkLst>
            <pc:docMk/>
            <pc:sldMk cId="1607717512" sldId="362"/>
            <ac:picMk id="3" creationId="{C9C2669A-78EB-885C-E3F8-A6332C39F64D}"/>
          </ac:picMkLst>
        </pc:picChg>
        <pc:picChg chg="del">
          <ac:chgData name="Simon Fong" userId="0989948daaec8292" providerId="LiveId" clId="{F12E0490-60F3-4147-9D04-93D87D41D5A0}" dt="2026-10-21T16:33:25.989" v="11532" actId="478"/>
          <ac:picMkLst>
            <pc:docMk/>
            <pc:sldMk cId="1607717512" sldId="362"/>
            <ac:picMk id="4" creationId="{DA75CFDA-51D7-560A-695D-1A14CDE67B5F}"/>
          </ac:picMkLst>
        </pc:picChg>
        <pc:picChg chg="del">
          <ac:chgData name="Simon Fong" userId="0989948daaec8292" providerId="LiveId" clId="{F12E0490-60F3-4147-9D04-93D87D41D5A0}" dt="2026-10-21T16:33:29.261" v="11535" actId="478"/>
          <ac:picMkLst>
            <pc:docMk/>
            <pc:sldMk cId="1607717512" sldId="362"/>
            <ac:picMk id="7" creationId="{11056B17-B6C3-85D6-2263-BDF546DF4F9D}"/>
          </ac:picMkLst>
        </pc:picChg>
        <pc:picChg chg="del">
          <ac:chgData name="Simon Fong" userId="0989948daaec8292" providerId="LiveId" clId="{F12E0490-60F3-4147-9D04-93D87D41D5A0}" dt="2026-10-21T16:33:28.207" v="11534" actId="478"/>
          <ac:picMkLst>
            <pc:docMk/>
            <pc:sldMk cId="1607717512" sldId="362"/>
            <ac:picMk id="8" creationId="{6B74F5B2-4564-46F5-77D3-47C592773978}"/>
          </ac:picMkLst>
        </pc:picChg>
      </pc:sldChg>
      <pc:sldChg chg="addSp modSp add mod modTransition addAnim delAnim modAnim modNotesTx">
        <pc:chgData name="Simon Fong" userId="0989948daaec8292" providerId="LiveId" clId="{F12E0490-60F3-4147-9D04-93D87D41D5A0}" dt="2026-10-22T02:06:32.242" v="12894"/>
        <pc:sldMkLst>
          <pc:docMk/>
          <pc:sldMk cId="2524875541" sldId="362"/>
        </pc:sldMkLst>
        <pc:spChg chg="mod">
          <ac:chgData name="Simon Fong" userId="0989948daaec8292" providerId="LiveId" clId="{F12E0490-60F3-4147-9D04-93D87D41D5A0}" dt="2026-10-22T00:34:53.062" v="12325" actId="207"/>
          <ac:spMkLst>
            <pc:docMk/>
            <pc:sldMk cId="2524875541" sldId="362"/>
            <ac:spMk id="5" creationId="{55E14342-C30B-B85F-F682-881F2F88C898}"/>
          </ac:spMkLst>
        </pc:spChg>
        <pc:spChg chg="mod">
          <ac:chgData name="Simon Fong" userId="0989948daaec8292" providerId="LiveId" clId="{F12E0490-60F3-4147-9D04-93D87D41D5A0}" dt="2026-10-22T00:31:56.272" v="12277"/>
          <ac:spMkLst>
            <pc:docMk/>
            <pc:sldMk cId="2524875541" sldId="362"/>
            <ac:spMk id="21" creationId="{D7AE9C4F-07FC-4C14-3150-24D82264B85D}"/>
          </ac:spMkLst>
        </pc:spChg>
        <pc:picChg chg="add mod modCrop">
          <ac:chgData name="Simon Fong" userId="0989948daaec8292" providerId="LiveId" clId="{F12E0490-60F3-4147-9D04-93D87D41D5A0}" dt="2026-10-22T00:35:18.545" v="12327" actId="1076"/>
          <ac:picMkLst>
            <pc:docMk/>
            <pc:sldMk cId="2524875541" sldId="362"/>
            <ac:picMk id="3" creationId="{8DFF4519-EFF3-1C51-A601-33CA0FF4FBE8}"/>
          </ac:picMkLst>
        </pc:picChg>
      </pc:sldChg>
      <pc:sldChg chg="delSp modSp add mod modTransition addAnim delAnim modAnim modNotesTx">
        <pc:chgData name="Simon Fong" userId="0989948daaec8292" providerId="LiveId" clId="{F12E0490-60F3-4147-9D04-93D87D41D5A0}" dt="2026-10-22T02:09:02.816" v="12926"/>
        <pc:sldMkLst>
          <pc:docMk/>
          <pc:sldMk cId="3583938646" sldId="363"/>
        </pc:sldMkLst>
        <pc:spChg chg="mod">
          <ac:chgData name="Simon Fong" userId="0989948daaec8292" providerId="LiveId" clId="{F12E0490-60F3-4147-9D04-93D87D41D5A0}" dt="2026-10-22T00:37:24.438" v="12397" actId="207"/>
          <ac:spMkLst>
            <pc:docMk/>
            <pc:sldMk cId="3583938646" sldId="363"/>
            <ac:spMk id="5" creationId="{7CE81FF4-820B-DA9C-D2EB-BB610C0B9C77}"/>
          </ac:spMkLst>
        </pc:spChg>
        <pc:spChg chg="mod">
          <ac:chgData name="Simon Fong" userId="0989948daaec8292" providerId="LiveId" clId="{F12E0490-60F3-4147-9D04-93D87D41D5A0}" dt="2026-10-22T00:36:11.171" v="12366" actId="6549"/>
          <ac:spMkLst>
            <pc:docMk/>
            <pc:sldMk cId="3583938646" sldId="363"/>
            <ac:spMk id="21" creationId="{0D5AC31B-3D50-11D5-6813-662410ABFBCC}"/>
          </ac:spMkLst>
        </pc:spChg>
        <pc:picChg chg="del">
          <ac:chgData name="Simon Fong" userId="0989948daaec8292" providerId="LiveId" clId="{F12E0490-60F3-4147-9D04-93D87D41D5A0}" dt="2026-10-22T00:35:47.275" v="12329" actId="478"/>
          <ac:picMkLst>
            <pc:docMk/>
            <pc:sldMk cId="3583938646" sldId="363"/>
            <ac:picMk id="3" creationId="{91B4F5B4-01ED-0249-704C-7347904EFC9A}"/>
          </ac:picMkLst>
        </pc:picChg>
      </pc:sldChg>
      <pc:sldChg chg="addSp modSp add mod addAnim delAnim modAnim modNotesTx">
        <pc:chgData name="Simon Fong" userId="0989948daaec8292" providerId="LiveId" clId="{F12E0490-60F3-4147-9D04-93D87D41D5A0}" dt="2026-10-22T02:09:52.552" v="12947"/>
        <pc:sldMkLst>
          <pc:docMk/>
          <pc:sldMk cId="407828345" sldId="364"/>
        </pc:sldMkLst>
        <pc:spChg chg="mod">
          <ac:chgData name="Simon Fong" userId="0989948daaec8292" providerId="LiveId" clId="{F12E0490-60F3-4147-9D04-93D87D41D5A0}" dt="2026-10-22T00:38:53.488" v="12448" actId="207"/>
          <ac:spMkLst>
            <pc:docMk/>
            <pc:sldMk cId="407828345" sldId="364"/>
            <ac:spMk id="5" creationId="{46690361-B4A0-378A-769B-5700CBE3DDE1}"/>
          </ac:spMkLst>
        </pc:spChg>
        <pc:spChg chg="mod">
          <ac:chgData name="Simon Fong" userId="0989948daaec8292" providerId="LiveId" clId="{F12E0490-60F3-4147-9D04-93D87D41D5A0}" dt="2026-10-22T00:38:11.077" v="12406"/>
          <ac:spMkLst>
            <pc:docMk/>
            <pc:sldMk cId="407828345" sldId="364"/>
            <ac:spMk id="21" creationId="{16D9CAB4-9021-E658-52C1-29CD153115F5}"/>
          </ac:spMkLst>
        </pc:spChg>
        <pc:picChg chg="add mod">
          <ac:chgData name="Simon Fong" userId="0989948daaec8292" providerId="LiveId" clId="{F12E0490-60F3-4147-9D04-93D87D41D5A0}" dt="2026-10-22T00:39:10.942" v="12451" actId="1076"/>
          <ac:picMkLst>
            <pc:docMk/>
            <pc:sldMk cId="407828345" sldId="364"/>
            <ac:picMk id="3" creationId="{D234B5A8-3337-0E9F-77AD-516D7B9FE54E}"/>
          </ac:picMkLst>
        </pc:picChg>
      </pc:sldChg>
      <pc:sldChg chg="modSp add mod modTransition addAnim delAnim modAnim">
        <pc:chgData name="Simon Fong" userId="0989948daaec8292" providerId="LiveId" clId="{F12E0490-60F3-4147-9D04-93D87D41D5A0}" dt="2026-10-22T02:11:08.789" v="12978"/>
        <pc:sldMkLst>
          <pc:docMk/>
          <pc:sldMk cId="723145510" sldId="365"/>
        </pc:sldMkLst>
        <pc:spChg chg="mod">
          <ac:chgData name="Simon Fong" userId="0989948daaec8292" providerId="LiveId" clId="{F12E0490-60F3-4147-9D04-93D87D41D5A0}" dt="2026-10-22T01:08:35.636" v="12481" actId="207"/>
          <ac:spMkLst>
            <pc:docMk/>
            <pc:sldMk cId="723145510" sldId="365"/>
            <ac:spMk id="5" creationId="{4C62939E-808A-CF29-D657-F70931C29AA0}"/>
          </ac:spMkLst>
        </pc:spChg>
        <pc:spChg chg="mod">
          <ac:chgData name="Simon Fong" userId="0989948daaec8292" providerId="LiveId" clId="{F12E0490-60F3-4147-9D04-93D87D41D5A0}" dt="2026-10-22T00:41:02.828" v="12453"/>
          <ac:spMkLst>
            <pc:docMk/>
            <pc:sldMk cId="723145510" sldId="365"/>
            <ac:spMk id="21" creationId="{89B965DA-85CD-BEAF-A30D-0FF98C18DCD3}"/>
          </ac:spMkLst>
        </pc:spChg>
        <pc:picChg chg="mod">
          <ac:chgData name="Simon Fong" userId="0989948daaec8292" providerId="LiveId" clId="{F12E0490-60F3-4147-9D04-93D87D41D5A0}" dt="2026-10-22T01:08:41.674" v="12483" actId="1076"/>
          <ac:picMkLst>
            <pc:docMk/>
            <pc:sldMk cId="723145510" sldId="365"/>
            <ac:picMk id="3" creationId="{0252FCE4-BFB8-C36A-2A6A-96B70298B575}"/>
          </ac:picMkLst>
        </pc:picChg>
      </pc:sldChg>
      <pc:sldChg chg="addSp modSp add mod modTransition addAnim delAnim modAnim modNotesTx">
        <pc:chgData name="Simon Fong" userId="0989948daaec8292" providerId="LiveId" clId="{F12E0490-60F3-4147-9D04-93D87D41D5A0}" dt="2026-10-22T02:22:36.988" v="13104"/>
        <pc:sldMkLst>
          <pc:docMk/>
          <pc:sldMk cId="229267894" sldId="366"/>
        </pc:sldMkLst>
        <pc:spChg chg="add mod">
          <ac:chgData name="Simon Fong" userId="0989948daaec8292" providerId="LiveId" clId="{F12E0490-60F3-4147-9D04-93D87D41D5A0}" dt="2026-10-22T02:11:39.908" v="12981" actId="767"/>
          <ac:spMkLst>
            <pc:docMk/>
            <pc:sldMk cId="229267894" sldId="366"/>
            <ac:spMk id="2" creationId="{6C99036D-76C6-FE46-263A-77E3D4DF54B8}"/>
          </ac:spMkLst>
        </pc:spChg>
        <pc:spChg chg="mod">
          <ac:chgData name="Simon Fong" userId="0989948daaec8292" providerId="LiveId" clId="{F12E0490-60F3-4147-9D04-93D87D41D5A0}" dt="2026-10-22T01:18:29.834" v="12524" actId="20577"/>
          <ac:spMkLst>
            <pc:docMk/>
            <pc:sldMk cId="229267894" sldId="366"/>
            <ac:spMk id="5" creationId="{1B98B28E-8686-4568-74ED-69FE580C2BDA}"/>
          </ac:spMkLst>
        </pc:spChg>
        <pc:spChg chg="mod">
          <ac:chgData name="Simon Fong" userId="0989948daaec8292" providerId="LiveId" clId="{F12E0490-60F3-4147-9D04-93D87D41D5A0}" dt="2026-10-22T01:09:01.405" v="12485"/>
          <ac:spMkLst>
            <pc:docMk/>
            <pc:sldMk cId="229267894" sldId="366"/>
            <ac:spMk id="21" creationId="{A56FD3A5-050F-3DEE-DDB7-E8206667F978}"/>
          </ac:spMkLst>
        </pc:spChg>
        <pc:picChg chg="mod">
          <ac:chgData name="Simon Fong" userId="0989948daaec8292" providerId="LiveId" clId="{F12E0490-60F3-4147-9D04-93D87D41D5A0}" dt="2026-10-22T01:15:43.475" v="12512" actId="1076"/>
          <ac:picMkLst>
            <pc:docMk/>
            <pc:sldMk cId="229267894" sldId="366"/>
            <ac:picMk id="3" creationId="{BA409AFD-A735-C435-6E1A-FC10E67872D6}"/>
          </ac:picMkLst>
        </pc:picChg>
      </pc:sldChg>
      <pc:sldChg chg="delSp modSp add mod modTransition addAnim delAnim modAnim">
        <pc:chgData name="Simon Fong" userId="0989948daaec8292" providerId="LiveId" clId="{F12E0490-60F3-4147-9D04-93D87D41D5A0}" dt="2026-10-22T02:23:05.334" v="13105"/>
        <pc:sldMkLst>
          <pc:docMk/>
          <pc:sldMk cId="2928084548" sldId="367"/>
        </pc:sldMkLst>
        <pc:spChg chg="mod">
          <ac:chgData name="Simon Fong" userId="0989948daaec8292" providerId="LiveId" clId="{F12E0490-60F3-4147-9D04-93D87D41D5A0}" dt="2026-10-22T01:18:48.936" v="12538" actId="6549"/>
          <ac:spMkLst>
            <pc:docMk/>
            <pc:sldMk cId="2928084548" sldId="367"/>
            <ac:spMk id="5" creationId="{9840040A-A3B1-8E53-2EFC-52B92947A5AA}"/>
          </ac:spMkLst>
        </pc:spChg>
        <pc:spChg chg="mod">
          <ac:chgData name="Simon Fong" userId="0989948daaec8292" providerId="LiveId" clId="{F12E0490-60F3-4147-9D04-93D87D41D5A0}" dt="2026-10-22T01:17:49.283" v="12522" actId="20577"/>
          <ac:spMkLst>
            <pc:docMk/>
            <pc:sldMk cId="2928084548" sldId="367"/>
            <ac:spMk id="21" creationId="{3713279F-ABCD-B09F-E503-0FC03E758CFA}"/>
          </ac:spMkLst>
        </pc:spChg>
        <pc:picChg chg="del">
          <ac:chgData name="Simon Fong" userId="0989948daaec8292" providerId="LiveId" clId="{F12E0490-60F3-4147-9D04-93D87D41D5A0}" dt="2026-10-22T02:14:01.525" v="13021" actId="478"/>
          <ac:picMkLst>
            <pc:docMk/>
            <pc:sldMk cId="2928084548" sldId="367"/>
            <ac:picMk id="3" creationId="{2CF6133A-8C7C-0470-2DC0-AC16D46D56D5}"/>
          </ac:picMkLst>
        </pc:picChg>
      </pc:sldChg>
      <pc:sldChg chg="delSp modSp add mod modTransition addAnim delAnim modAnim">
        <pc:chgData name="Simon Fong" userId="0989948daaec8292" providerId="LiveId" clId="{F12E0490-60F3-4147-9D04-93D87D41D5A0}" dt="2026-10-22T02:23:31.472" v="13106"/>
        <pc:sldMkLst>
          <pc:docMk/>
          <pc:sldMk cId="1370512921" sldId="368"/>
        </pc:sldMkLst>
        <pc:spChg chg="mod">
          <ac:chgData name="Simon Fong" userId="0989948daaec8292" providerId="LiveId" clId="{F12E0490-60F3-4147-9D04-93D87D41D5A0}" dt="2026-10-22T02:16:03.762" v="13062" actId="207"/>
          <ac:spMkLst>
            <pc:docMk/>
            <pc:sldMk cId="1370512921" sldId="368"/>
            <ac:spMk id="5" creationId="{8DBD33DF-1A56-015C-4D6A-1FF693D4BCE1}"/>
          </ac:spMkLst>
        </pc:spChg>
        <pc:spChg chg="mod">
          <ac:chgData name="Simon Fong" userId="0989948daaec8292" providerId="LiveId" clId="{F12E0490-60F3-4147-9D04-93D87D41D5A0}" dt="2026-10-22T01:20:58.261" v="12540"/>
          <ac:spMkLst>
            <pc:docMk/>
            <pc:sldMk cId="1370512921" sldId="368"/>
            <ac:spMk id="21" creationId="{1D76C571-828D-D385-B034-E3829FED7774}"/>
          </ac:spMkLst>
        </pc:spChg>
        <pc:picChg chg="del">
          <ac:chgData name="Simon Fong" userId="0989948daaec8292" providerId="LiveId" clId="{F12E0490-60F3-4147-9D04-93D87D41D5A0}" dt="2026-10-22T01:22:34.227" v="12541" actId="478"/>
          <ac:picMkLst>
            <pc:docMk/>
            <pc:sldMk cId="1370512921" sldId="368"/>
            <ac:picMk id="3" creationId="{2C7BAA10-23BD-05F3-B032-AD2420447DA0}"/>
          </ac:picMkLst>
        </pc:picChg>
      </pc:sldChg>
      <pc:sldChg chg="modSp add mod modTransition addAnim delAnim modAnim">
        <pc:chgData name="Simon Fong" userId="0989948daaec8292" providerId="LiveId" clId="{F12E0490-60F3-4147-9D04-93D87D41D5A0}" dt="2026-10-22T02:23:34.401" v="13107"/>
        <pc:sldMkLst>
          <pc:docMk/>
          <pc:sldMk cId="2037759464" sldId="369"/>
        </pc:sldMkLst>
        <pc:spChg chg="mod">
          <ac:chgData name="Simon Fong" userId="0989948daaec8292" providerId="LiveId" clId="{F12E0490-60F3-4147-9D04-93D87D41D5A0}" dt="2026-10-22T02:18:03.179" v="13088" actId="207"/>
          <ac:spMkLst>
            <pc:docMk/>
            <pc:sldMk cId="2037759464" sldId="369"/>
            <ac:spMk id="5" creationId="{FCFFCBF7-FE75-AE27-2045-C44101088BD7}"/>
          </ac:spMkLst>
        </pc:spChg>
        <pc:spChg chg="mod">
          <ac:chgData name="Simon Fong" userId="0989948daaec8292" providerId="LiveId" clId="{F12E0490-60F3-4147-9D04-93D87D41D5A0}" dt="2026-10-22T01:23:42.004" v="12582"/>
          <ac:spMkLst>
            <pc:docMk/>
            <pc:sldMk cId="2037759464" sldId="369"/>
            <ac:spMk id="21" creationId="{66C9C005-FA52-448E-ACD3-F801D0E9DA66}"/>
          </ac:spMkLst>
        </pc:spChg>
      </pc:sldChg>
      <pc:sldChg chg="delSp modSp add mod modTransition addAnim delAnim modAnim">
        <pc:chgData name="Simon Fong" userId="0989948daaec8292" providerId="LiveId" clId="{F12E0490-60F3-4147-9D04-93D87D41D5A0}" dt="2026-10-22T02:18:27.897" v="13099"/>
        <pc:sldMkLst>
          <pc:docMk/>
          <pc:sldMk cId="390275752" sldId="370"/>
        </pc:sldMkLst>
        <pc:spChg chg="mod">
          <ac:chgData name="Simon Fong" userId="0989948daaec8292" providerId="LiveId" clId="{F12E0490-60F3-4147-9D04-93D87D41D5A0}" dt="2026-10-22T01:26:38.438" v="12650" actId="207"/>
          <ac:spMkLst>
            <pc:docMk/>
            <pc:sldMk cId="390275752" sldId="370"/>
            <ac:spMk id="5" creationId="{F7791108-7664-E113-6D70-608BFC6EC011}"/>
          </ac:spMkLst>
        </pc:spChg>
        <pc:spChg chg="mod">
          <ac:chgData name="Simon Fong" userId="0989948daaec8292" providerId="LiveId" clId="{F12E0490-60F3-4147-9D04-93D87D41D5A0}" dt="2026-10-22T01:25:37.900" v="12624" actId="20577"/>
          <ac:spMkLst>
            <pc:docMk/>
            <pc:sldMk cId="390275752" sldId="370"/>
            <ac:spMk id="21" creationId="{0ED9E40A-9860-60B7-333F-386C0015A948}"/>
          </ac:spMkLst>
        </pc:spChg>
        <pc:picChg chg="del">
          <ac:chgData name="Simon Fong" userId="0989948daaec8292" providerId="LiveId" clId="{F12E0490-60F3-4147-9D04-93D87D41D5A0}" dt="2026-10-22T01:25:32.918" v="12618" actId="478"/>
          <ac:picMkLst>
            <pc:docMk/>
            <pc:sldMk cId="390275752" sldId="370"/>
            <ac:picMk id="4" creationId="{AD865109-E96D-70B3-02E6-6B3901F0AAB2}"/>
          </ac:picMkLst>
        </pc:picChg>
      </pc:sldChg>
      <pc:sldMasterChg chg="setBg modSldLayout">
        <pc:chgData name="Simon Fong" userId="0989948daaec8292" providerId="LiveId" clId="{F12E0490-60F3-4147-9D04-93D87D41D5A0}" dt="2026-10-20T23:45:54.116" v="5417"/>
        <pc:sldMasterMkLst>
          <pc:docMk/>
          <pc:sldMasterMk cId="1665112790" sldId="2147483759"/>
        </pc:sldMasterMkLst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3497200525" sldId="2147483760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2222384926" sldId="2147483761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3424830979" sldId="2147483762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2336630391" sldId="2147483763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3336070296" sldId="2147483764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117942018" sldId="2147483765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3388594335" sldId="2147483766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1224422293" sldId="2147483767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2828374964" sldId="2147483768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1446437269" sldId="2147483769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3096441000" sldId="2147483770"/>
          </pc:sldLayoutMkLst>
        </pc:sldLayoutChg>
        <pc:sldLayoutChg chg="setBg">
          <pc:chgData name="Simon Fong" userId="0989948daaec8292" providerId="LiveId" clId="{F12E0490-60F3-4147-9D04-93D87D41D5A0}" dt="2026-10-20T23:45:54.116" v="5417"/>
          <pc:sldLayoutMkLst>
            <pc:docMk/>
            <pc:sldMasterMk cId="1665112790" sldId="2147483759"/>
            <pc:sldLayoutMk cId="1697300382" sldId="21474837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C3641-D97D-4221-8E4A-4CE191803EE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943C2D-F906-40B9-A627-61546CDC67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686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0562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Hours after the attack, The platform administrator starts the scheduled routine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0976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 recent sessions share the same workload identity. The administrator checks whether this activity matches the application's expected behavior.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8922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A6715-B592-7938-6B8A-EF35B2031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12E83-B180-C24C-8F5D-772028EF5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E08A3F-DE50-637F-AB61-2D34DB14A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event identifies the service account, its namespace, and the IAM role it assumed.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60D06-2FFC-6F91-5968-FF2916904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9440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F9B64-EB64-E65B-B447-B39E82A13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B4C95B-98BE-52C0-D1C1-855882AAF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B43B8-3839-3D79-EB1A-5CF684767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Routine review reveals an unexpected activity that requires investigation. Next, the administrator traces the source and checks what each session accessed.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A0411-9331-C9D5-F137-C1A287C85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07792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70879-3ADD-05B7-E756-B268CE0B8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F22B45-2922-C99D-371D-2D301CEC4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088647-D4A0-7892-C7AA-E9233B92F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source IP matches the cluster's NAT gateway. This points to shared cluster egress, but does not identify a specific pod.</a:t>
            </a:r>
          </a:p>
          <a:p>
            <a:endParaRPr lang="en-CA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7FFBB-D524-FB4E-5FF8-B41F55F753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33431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3B246-0403-8533-908A-758D5F055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72737F-E7AE-D305-C2B5-88E3D7747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3B2B96-2C21-AE3A-4BDE-E40C09CD46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Session lookups reveal secret discovery and two reads of the same lab RDS credential within four minutes.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715AB-29B3-F8CC-7013-C5E7C9E11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1374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7B274-321B-2056-6EBA-435CA338D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615135-01C0-AB9B-9714-705BB923E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399BC-90E0-3CEE-A016-33DEB8E7C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source IP matches the cluster's NAT gateway. This points to shared cluster egress, but does not identify a specific pod.</a:t>
            </a:r>
          </a:p>
          <a:p>
            <a:endParaRPr lang="en-CA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B8B4A-52C8-1EBF-3BB7-616393546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4150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4A354-3248-0B8E-8045-4204871A2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52F6E-D928-FCEE-A0DF-5E622225C4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A5357-96E6-5ACE-2F3C-728897593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administrator locates the pod using this service account, then checks its logs against the AWS activity.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F139B-3BF4-758D-0743-A2F07093C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25719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962F2-AA79-D7ED-A4F8-2815B6001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830121-099F-3D42-5850-E0DF0D837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54F47D-3E1E-E01A-1513-5F504065F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Matching session keys and timestamps connect the AWS activity to the pod. Its error output contains the secret value.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7C5E6-6AA5-3B3E-BBE6-006290A0AD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49958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26578-C4C8-9FB6-7921-BABC536D6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6C700C-D725-FE26-BF29-48C6A0C30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C2442B-8E72-F555-EFE2-DBB0EB98B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CloudTrail and pod logs confirm the breach. The administrator now preserves evidence and limits the compromised pod's access.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94DC1-9F3D-FC70-3363-52FE4553C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52452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9AE3B-EA7E-74FD-8238-0DC2354A0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B7CD63-5A96-7DFD-2426-F8FB06742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83F61-6315-B3E5-63E7-291154967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administrator pauses automatic sync. so GitOps does not undo the containment changes.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00A3D-98D1-C331-FA11-B600F8F76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84505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A0B50-8F99-B31E-5016-53A8234B4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BEB9A5-D478-6AE3-69DD-D5EB621E1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69B80B-E2BE-4CF1-1ADE-D28D8827E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administrator saves logs, workload details, events, and token claims while keeping the original pod available for investigation.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FFB5D-BD2F-EBB7-E9D0-5185C7CAA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25154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F7F5F-BE61-6B16-6722-DAF9FF03A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1FDA97-2C9B-C22B-B2A4-90D53D4194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7DFF1-445D-AABE-1783-1A5C289F4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Relabeling removes the Service selector match. The administrator applies the quarantine policy.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F3EC1-DC9C-65FE-9EDB-63888843D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55165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B9EA4-0FB3-794B-21E1-9A43D7C7C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823AA-D7C0-9A11-986D-074CD3B31C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94AFA0-4654-4D33-A5FE-21A9CC5A1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Cordoning prevents ordinary new scheduling on the hosting node.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39710-E910-9D37-77BA-4DD03D87D8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81857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FEF3E-87DF-8F20-E435-D5957BA3E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ACA643-EBFA-B2BC-7776-45204895B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C4B65-CB26-995A-7CD2-B9A2EF5677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report records the breach and containment actions. Cloud owners must address the exposed credential and any remaining session access.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9FB72-D097-BB2B-B352-A8A35B5374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87743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8FCE1-C42B-FB96-C843-F734C905D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B54C57-BBB0-51C1-3F88-2E70A08B8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6CB927-73C0-2131-F041-CDAD42C6F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administrator connects the evidence, quarantines the pod, and escalates credential cleanup. Permanent remediation still requires further work.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76349-C593-689D-C9AA-0BE201462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21025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AACD5-DC11-D1A9-E1CA-8171F46A1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282B9-EAD1-FDDD-C6B3-A358EF861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921EF4-AFD5-1372-2A22-2D5E3B4E3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administrator has contained the compromised pod and report the incident. Next, we switch to the security specialist’s perspective to harden the EKS.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E3020-7B8B-C2E9-C305-29E3B0A9C6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943C2D-F906-40B9-A627-61546CDC6752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4843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5AC95-1BD0-D5BD-EA4D-95B89C696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D8CB8-79C7-2A96-8FAF-B2D5C0A42D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6AFEB-571D-41CA-974B-28509E9C5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D71D7-7D5B-1EC6-57D7-7616BBE12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05ECD-4F3E-73B7-2AB0-6D5BE3C48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7200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D7BB3-50A4-58AB-7B02-490FD5219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91A38-8669-C39C-9E6B-316DA0D5D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EDF95-B307-51F8-DECF-B44CB1E23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C2871-1325-059D-530B-BDD25B28D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21911-4B6E-FECE-011E-251CD036C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2384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82F06-A1E8-36F1-B94A-DE1BDB652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A934A-FB4E-6879-B7A6-98571447E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4FC4E-5642-A56D-D15E-25E8C85F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1C825-6A32-ED7A-9767-D5B047A8A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8BB5D-FB5A-74F7-11ED-3E755F6E6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4830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55B0-1F3D-F4A0-5BEF-F606A2D0E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DC31B-767A-5897-44BA-2141F12D2C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E4D79-D1C2-877D-7139-336285B70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89AD9-8F82-9567-2F92-B2F739AEA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2D390-516F-E604-8197-6373E12B2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56101-EB47-9389-2DC0-49B79192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663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ACBFB-0E08-C0A4-43C6-ECC960378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E745B-0100-FE43-2418-8939A2392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56A66-37B4-01ED-0F07-41AEAD41C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3356B7-A3C2-442B-204E-D8A947937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6D2C3B-813A-A445-C5C9-30DD7B377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BE522A-2184-DE56-6F0A-62ADC664F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9B07E5-08F2-C9C7-AB46-F1F16F4E3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1CD104-DA67-5D73-435F-7AB99EEA3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6070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B5C52-7A09-0581-9E28-732BC7923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9A3864-EE81-E1A8-3FCA-940C69398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BEC60-E73E-F4B8-34FF-2032196D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F1D31-7C61-08F2-BF32-EBC19B383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942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DAEF73-FC3A-3E23-FF03-04DEEB77C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DE635-FE03-F8C6-8C63-39BA23F49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7996D-ECAC-0E7A-BAA0-30DF429D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8594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37600-46BA-310F-E840-9FD891EEC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CB522-C0B2-C9D4-69A4-5BAC0C9B0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AB4AD-89D5-0560-F415-7AD941131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1AE0E2-53FB-FC0C-6FFC-6DA548AA5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29A5F-B066-AE3A-B101-711442577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D923F-377C-633F-EF98-CF9B4C061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4422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B2FF-FAE7-0DDB-F193-9DEAD97E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DE531-9654-C3AA-8EA8-0A57169E90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B3564-784E-E424-7BF5-A422D65E5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29DF2-58F8-C2E1-7BD8-D6C32B9BE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E5B1B-4EFF-8334-361C-4507751D3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97B532-7C88-2DAB-E4E4-09B891BB6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837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EE18F-448A-8DA0-FC0A-C6232609E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08D12E-D5C3-7905-2927-162149488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E81EC-713F-5DB0-8215-699C20167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A6A23-ABB2-7851-EC95-59594BA7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9B78B-DA71-6C99-CD79-3FC70DA91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6437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04A6BA-98E5-7EA2-46CE-8810EFA2AC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40F95B-13B5-ACFE-983A-DA8BE63128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A19D3-F465-12BE-2F21-25B74CB59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57EAC-F02C-41AB-966A-B857386BB5B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5E0B5-284B-ADA6-80A7-C539A76FA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3CB72-1206-FAD7-23C6-89B720588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6441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961397C-706D-4EB8-B1E1-D1B680D284C3}" type="datetime1">
              <a:rPr lang="en-US" smtClean="0"/>
              <a:t>10/21/2026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73003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89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D21B6B-3277-7B3E-D636-D9AFF1E28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F435F-36AF-313C-7FA1-017B05742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41C9C-270A-4951-1EAA-61A2E26340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757EAC-F02C-41AB-966A-B857386BB5B4}" type="datetimeFigureOut">
              <a:rPr lang="en-CA" smtClean="0"/>
              <a:t>2026-10-21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94C93-997A-BD0B-48F6-10EF316F8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DE3BB-45FF-070C-2C0C-02C6FC0BC8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E0B7D4-CB50-4F59-A8A7-B4D572202D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51127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158F0ED-9F1D-EFEC-3544-41B5BB8F4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7" r="7867"/>
          <a:stretch/>
        </p:blipFill>
        <p:spPr>
          <a:xfrm flipH="1"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0B66FF80-661C-B63A-31A9-41C8E14A76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4931417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React2Shell on Amazon EKS</a:t>
            </a:r>
          </a:p>
        </p:txBody>
      </p:sp>
      <p:sp>
        <p:nvSpPr>
          <p:cNvPr id="24" name="Subtitle 23">
            <a:extLst>
              <a:ext uri="{FF2B5EF4-FFF2-40B4-BE49-F238E27FC236}">
                <a16:creationId xmlns:a16="http://schemas.microsoft.com/office/drawing/2014/main" id="{FFB20242-D968-BFEB-4CC4-53D1AD03BD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806289" cy="1359395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One vulnerability. Four layers.</a:t>
            </a:r>
          </a:p>
          <a:p>
            <a:pPr algn="l"/>
            <a:r>
              <a:rPr lang="en-US" sz="2000" dirty="0">
                <a:solidFill>
                  <a:schemeClr val="bg1"/>
                </a:solidFill>
                <a:latin typeface="Consolas" panose="020B0609020204030204" pitchFamily="49" charset="0"/>
              </a:rPr>
              <a:t>Attack. Detect. Harden.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0054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5000">
        <p159:morph option="byObject"/>
      </p:transition>
    </mc:Choice>
    <mc:Fallback xmlns="">
      <p:transition spd="slow" advClick="0" advTm="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4D4A6-B1DA-E51A-5483-FC1FF329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4FAB4-09B7-EB32-768D-B4308FE8B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720"/>
          </a:xfrm>
        </p:spPr>
        <p:txBody>
          <a:bodyPr>
            <a:normAutofit/>
          </a:bodyPr>
          <a:lstStyle/>
          <a:p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 Administrator's Story  </a:t>
            </a: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E4947C39-FB44-13AB-6D85-5B4536E612D4}"/>
              </a:ext>
            </a:extLst>
          </p:cNvPr>
          <p:cNvSpPr txBox="1">
            <a:spLocks/>
          </p:cNvSpPr>
          <p:nvPr/>
        </p:nvSpPr>
        <p:spPr>
          <a:xfrm>
            <a:off x="-1" y="1188720"/>
            <a:ext cx="12113173" cy="566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Scenario: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hours after a </a:t>
            </a:r>
            <a:r>
              <a:rPr lang="en-US" sz="32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React2Shell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breach in an EKS cluster.</a:t>
            </a:r>
            <a:endParaRPr lang="en-CA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CA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CA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platform administrator starts the scheduled </a:t>
            </a:r>
            <a:r>
              <a:rPr lang="en-CA" sz="32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routine review </a:t>
            </a:r>
            <a:r>
              <a:rPr lang="en-CA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460396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5000">
        <p159:morph option="byObject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4CB25-09C9-33D4-9E1F-FFF42362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3B02FF7-99F7-FDB7-1FB2-ACCCF640C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525" y="9524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Routine Review: CloudTrail Sessions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7C1331-EFAD-8170-5D75-846B2AD915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9C661C2C-42CF-042C-526F-FF6ADD970227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 recent sessions warrant investigation.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Same workload identity.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Event: </a:t>
            </a:r>
            <a:r>
              <a:rPr lang="en-US" sz="2400" dirty="0" err="1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AssumeRoleWithWebIdentity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Four sessions within four minutes</a:t>
            </a:r>
            <a:endParaRPr lang="en-CA" sz="24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91A172-9A90-EBDF-B11F-89FF709854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148" b="30033"/>
          <a:stretch>
            <a:fillRect/>
          </a:stretch>
        </p:blipFill>
        <p:spPr>
          <a:xfrm>
            <a:off x="355249" y="3208283"/>
            <a:ext cx="9102014" cy="337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8951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8000">
        <p159:morph option="byObject"/>
      </p:transition>
    </mc:Choice>
    <mc:Fallback>
      <p:transition spd="slow" advClick="0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75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40CE9-1DF3-523D-D145-F4769EDF5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95AA2652-E4FE-90A0-B535-A88153F0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525" y="9524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Routine Review: Workload Identity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5FF714-7749-41AD-11A0-78AE928D51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3B16619F-43D0-A37C-B795-5857B441898A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full event identifies the workload.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IAM role: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react2shell-eks-insecure-pod-irsa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Namespace: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service account: </a:t>
            </a:r>
            <a:r>
              <a:rPr lang="en-US" sz="2400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react2shell</a:t>
            </a: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CA" sz="24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9B8CB6-3F21-E154-2434-2BF1496C77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64" r="12102" b="16483"/>
          <a:stretch>
            <a:fillRect/>
          </a:stretch>
        </p:blipFill>
        <p:spPr>
          <a:xfrm>
            <a:off x="365760" y="2417381"/>
            <a:ext cx="8000475" cy="42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770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1000">
        <p159:morph option="byObject"/>
      </p:transition>
    </mc:Choice>
    <mc:Fallback>
      <p:transition spd="slow" advClick="0" advTm="1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D8D6B-3B11-41F3-ED92-A70E9518A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D3FBF3C-B66C-200D-A887-99901987B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525" y="9524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Routine Review: Summary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A346B7-508D-11D9-1B9E-EC37BB8354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481C3462-A648-0CA7-73C5-439870A5DE04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Unexpected AWS activity uses the </a:t>
            </a:r>
            <a:r>
              <a:rPr lang="en-US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react2shell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service account identity.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source and accessed resources </a:t>
            </a:r>
            <a:r>
              <a:rPr lang="en-US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investigation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2400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sz="2400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CA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Next: trace the activity.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CA" sz="24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9391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8000">
        <p159:morph option="byObject"/>
      </p:transition>
    </mc:Choice>
    <mc:Fallback>
      <p:transition spd="slow" advClick="0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25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FA915-839A-B4CE-D82F-024B8FA0F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9882648-9762-1483-3CEA-6C41BF3B7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525" y="9524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Investigation: Source IP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A4D291-A18C-D11E-4017-07163295D6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F0C06953-F12E-ADFB-C65A-9D0A03A13B69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source IP matches cluster egress.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Source IP: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16.54.55.36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Matches the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EKS environment's NAT gateway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55635D-66DE-880D-0687-A7E0323A26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4" r="29457" b="35730"/>
          <a:stretch>
            <a:fillRect/>
          </a:stretch>
        </p:blipFill>
        <p:spPr>
          <a:xfrm>
            <a:off x="365760" y="2862151"/>
            <a:ext cx="11058214" cy="153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3185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0000">
        <p159:morph option="byObject"/>
      </p:transition>
    </mc:Choice>
    <mc:Fallback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5FCC4-B056-35EE-3ED1-A91FF664A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6E734685-880D-D3F1-A977-3DC0A8655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525" y="9524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Investigation: Accessed Resources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409DC1-BDF0-470A-C79A-D82EE0CFE1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3D937263-7297-6B67-D20E-465FE4286101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reads of the same cloud secret.</a:t>
            </a:r>
            <a:endParaRPr lang="en-US" sz="2400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CA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C121CC-EB46-09BB-1AA9-CF80F62F8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403055"/>
              </p:ext>
            </p:extLst>
          </p:nvPr>
        </p:nvGraphicFramePr>
        <p:xfrm>
          <a:off x="365760" y="1689675"/>
          <a:ext cx="10972800" cy="2762250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3819196942"/>
                    </a:ext>
                  </a:extLst>
                </a:gridCol>
                <a:gridCol w="4185920">
                  <a:extLst>
                    <a:ext uri="{9D8B030D-6E8A-4147-A177-3AD203B41FA5}">
                      <a16:colId xmlns:a16="http://schemas.microsoft.com/office/drawing/2014/main" val="1372493521"/>
                    </a:ext>
                  </a:extLst>
                </a:gridCol>
                <a:gridCol w="4643755">
                  <a:extLst>
                    <a:ext uri="{9D8B030D-6E8A-4147-A177-3AD203B41FA5}">
                      <a16:colId xmlns:a16="http://schemas.microsoft.com/office/drawing/2014/main" val="165791749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2100" b="1" dirty="0">
                          <a:solidFill>
                            <a:srgbClr val="76C9F1"/>
                          </a:solidFill>
                          <a:latin typeface="Arial"/>
                          <a:ea typeface="Arial"/>
                          <a:cs typeface="Arial"/>
                        </a:rPr>
                        <a:t>Time</a:t>
                      </a:r>
                    </a:p>
                  </a:txBody>
                  <a:tcPr anchor="ctr">
                    <a:lnL w="9525">
                      <a:solidFill>
                        <a:srgbClr val="354456"/>
                      </a:solidFill>
                      <a:prstDash val="solid"/>
                    </a:lnL>
                    <a:lnR w="9525">
                      <a:solidFill>
                        <a:srgbClr val="354456"/>
                      </a:solidFill>
                      <a:prstDash val="solid"/>
                    </a:lnR>
                    <a:lnT w="9525">
                      <a:solidFill>
                        <a:srgbClr val="354456"/>
                      </a:solidFill>
                      <a:prstDash val="solid"/>
                    </a:lnT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83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 dirty="0">
                          <a:solidFill>
                            <a:srgbClr val="76C9F1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54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54456"/>
                      </a:solidFill>
                      <a:prstDash val="solid"/>
                    </a:lnR>
                    <a:lnT w="9525">
                      <a:solidFill>
                        <a:srgbClr val="354456"/>
                      </a:solidFill>
                      <a:prstDash val="solid"/>
                    </a:lnT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83A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76C9F1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54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54456"/>
                      </a:solidFill>
                      <a:prstDash val="solid"/>
                    </a:lnR>
                    <a:lnT w="9525">
                      <a:solidFill>
                        <a:srgbClr val="354456"/>
                      </a:solidFill>
                      <a:prstDash val="solid"/>
                    </a:lnT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8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79794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4F7FA"/>
                          </a:solidFill>
                          <a:latin typeface="Arial"/>
                          <a:ea typeface="Arial"/>
                          <a:cs typeface="Arial"/>
                        </a:rPr>
                        <a:t>00:10:36</a:t>
                      </a:r>
                    </a:p>
                  </a:txBody>
                  <a:tcPr anchor="ctr">
                    <a:lnL w="9525">
                      <a:solidFill>
                        <a:srgbClr val="354456"/>
                      </a:solidFill>
                      <a:prstDash val="solid"/>
                    </a:lnL>
                    <a:lnR w="9525">
                      <a:solidFill>
                        <a:srgbClr val="354456"/>
                      </a:solidFill>
                      <a:prstDash val="solid"/>
                    </a:lnR>
                    <a:lnT w="9525" cap="flat" cmpd="sng" algn="ctr">
                      <a:solidFill>
                        <a:srgbClr val="354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01D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F4F7FA"/>
                          </a:solidFill>
                          <a:latin typeface="Arial"/>
                          <a:ea typeface="Arial"/>
                          <a:cs typeface="Arial"/>
                        </a:rPr>
                        <a:t>ListSecrets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54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54456"/>
                      </a:solidFill>
                      <a:prstDash val="solid"/>
                    </a:lnR>
                    <a:lnT w="9525" cap="flat" cmpd="sng" algn="ctr">
                      <a:solidFill>
                        <a:srgbClr val="354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01D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4F7FA"/>
                          </a:solidFill>
                          <a:latin typeface="Arial"/>
                          <a:ea typeface="Arial"/>
                          <a:cs typeface="Arial"/>
                        </a:rPr>
                        <a:t>Secret discovery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54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54456"/>
                      </a:solidFill>
                      <a:prstDash val="solid"/>
                    </a:lnR>
                    <a:lnT w="9525" cap="flat" cmpd="sng" algn="ctr">
                      <a:solidFill>
                        <a:srgbClr val="354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01D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354237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4F7FA"/>
                          </a:solidFill>
                          <a:latin typeface="Arial"/>
                          <a:ea typeface="Arial"/>
                          <a:cs typeface="Arial"/>
                        </a:rPr>
                        <a:t>00:10:45</a:t>
                      </a:r>
                    </a:p>
                  </a:txBody>
                  <a:tcPr anchor="ctr">
                    <a:lnL w="9525">
                      <a:solidFill>
                        <a:srgbClr val="354456"/>
                      </a:solidFill>
                      <a:prstDash val="solid"/>
                    </a:lnL>
                    <a:lnR w="9525">
                      <a:solidFill>
                        <a:srgbClr val="354456"/>
                      </a:solidFill>
                      <a:prstDash val="solid"/>
                    </a:lnR>
                    <a:lnT w="9525" cap="flat" cmpd="sng" algn="ctr">
                      <a:solidFill>
                        <a:srgbClr val="354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01D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 err="1">
                          <a:solidFill>
                            <a:srgbClr val="F4F7FA"/>
                          </a:solidFill>
                          <a:latin typeface="Arial"/>
                          <a:ea typeface="Arial"/>
                          <a:cs typeface="Arial"/>
                        </a:rPr>
                        <a:t>GetSecretValue</a:t>
                      </a:r>
                      <a:endParaRPr sz="2100" b="0" dirty="0">
                        <a:solidFill>
                          <a:srgbClr val="F4F7F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54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54456"/>
                      </a:solidFill>
                      <a:prstDash val="solid"/>
                    </a:lnR>
                    <a:lnT w="9525" cap="flat" cmpd="sng" algn="ctr">
                      <a:solidFill>
                        <a:srgbClr val="354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01D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FFC000"/>
                          </a:solidFill>
                          <a:latin typeface="Arial"/>
                          <a:ea typeface="Arial"/>
                          <a:cs typeface="Arial"/>
                        </a:rPr>
                        <a:t>RDS credential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54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54456"/>
                      </a:solidFill>
                      <a:prstDash val="solid"/>
                    </a:lnR>
                    <a:lnT w="9525" cap="flat" cmpd="sng" algn="ctr">
                      <a:solidFill>
                        <a:srgbClr val="354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01D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33937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4F7FA"/>
                          </a:solidFill>
                          <a:latin typeface="Arial"/>
                          <a:ea typeface="Arial"/>
                          <a:cs typeface="Arial"/>
                        </a:rPr>
                        <a:t>00:14:21</a:t>
                      </a:r>
                    </a:p>
                  </a:txBody>
                  <a:tcPr anchor="ctr">
                    <a:lnL w="9525">
                      <a:solidFill>
                        <a:srgbClr val="354456"/>
                      </a:solidFill>
                      <a:prstDash val="solid"/>
                    </a:lnL>
                    <a:lnR w="9525">
                      <a:solidFill>
                        <a:srgbClr val="354456"/>
                      </a:solidFill>
                      <a:prstDash val="solid"/>
                    </a:lnR>
                    <a:lnT w="9525" cap="flat" cmpd="sng" algn="ctr">
                      <a:solidFill>
                        <a:srgbClr val="354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01D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4F7FA"/>
                          </a:solidFill>
                          <a:latin typeface="Arial"/>
                          <a:ea typeface="Arial"/>
                          <a:cs typeface="Arial"/>
                        </a:rPr>
                        <a:t>GetSecretValue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54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54456"/>
                      </a:solidFill>
                      <a:prstDash val="solid"/>
                    </a:lnR>
                    <a:lnT w="9525" cap="flat" cmpd="sng" algn="ctr">
                      <a:solidFill>
                        <a:srgbClr val="354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01D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FFC000"/>
                          </a:solidFill>
                          <a:latin typeface="Arial"/>
                          <a:ea typeface="Arial"/>
                          <a:cs typeface="Arial"/>
                        </a:rPr>
                        <a:t>Same credential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54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54456"/>
                      </a:solidFill>
                      <a:prstDash val="solid"/>
                    </a:lnR>
                    <a:lnT w="9525" cap="flat" cmpd="sng" algn="ctr">
                      <a:solidFill>
                        <a:srgbClr val="354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01D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50568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4F7FA"/>
                          </a:solidFill>
                          <a:latin typeface="Arial"/>
                          <a:ea typeface="Arial"/>
                          <a:cs typeface="Arial"/>
                        </a:rPr>
                        <a:t>00:14:25</a:t>
                      </a:r>
                    </a:p>
                  </a:txBody>
                  <a:tcPr anchor="ctr">
                    <a:lnL w="9525">
                      <a:solidFill>
                        <a:srgbClr val="354456"/>
                      </a:solidFill>
                      <a:prstDash val="solid"/>
                    </a:lnL>
                    <a:lnR w="9525">
                      <a:solidFill>
                        <a:srgbClr val="354456"/>
                      </a:solidFill>
                      <a:prstDash val="solid"/>
                    </a:lnR>
                    <a:lnT w="9525" cap="flat" cmpd="sng" algn="ctr">
                      <a:solidFill>
                        <a:srgbClr val="354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01D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4F7FA"/>
                          </a:solidFill>
                          <a:latin typeface="Arial"/>
                          <a:ea typeface="Arial"/>
                          <a:cs typeface="Arial"/>
                        </a:rPr>
                        <a:t>ListSecrets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54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54456"/>
                      </a:solidFill>
                      <a:prstDash val="solid"/>
                    </a:lnR>
                    <a:lnT w="9525" cap="flat" cmpd="sng" algn="ctr">
                      <a:solidFill>
                        <a:srgbClr val="354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01D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F4F7FA"/>
                          </a:solidFill>
                          <a:latin typeface="Arial"/>
                          <a:ea typeface="Arial"/>
                          <a:cs typeface="Arial"/>
                        </a:rPr>
                        <a:t>Secret discovery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54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54456"/>
                      </a:solidFill>
                      <a:prstDash val="solid"/>
                    </a:lnR>
                    <a:lnT w="9525" cap="flat" cmpd="sng" algn="ctr">
                      <a:solidFill>
                        <a:srgbClr val="3544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54456"/>
                      </a:solidFill>
                      <a:prstDash val="solid"/>
                    </a:lnB>
                    <a:solidFill>
                      <a:srgbClr val="101D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921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32319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8000">
        <p159:morph option="byObject"/>
      </p:transition>
    </mc:Choice>
    <mc:Fallback>
      <p:transition spd="slow" advClick="0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1DE61-213C-B618-616A-3E60EAC52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E1F989F5-4DD6-CA89-B94D-ACBD36949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525" y="9524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Investigation: Accessed Resources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637298-880E-D30E-AC11-CBAA0D678A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E9113683-13B1-0D01-D6B0-10021ED6CFD5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 lookup</a:t>
            </a:r>
            <a:endParaRPr lang="en-US" sz="2400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CA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CA" sz="2400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41CB9E-3136-1775-6DE5-29E270DE7D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9" b="94"/>
          <a:stretch>
            <a:fillRect/>
          </a:stretch>
        </p:blipFill>
        <p:spPr>
          <a:xfrm>
            <a:off x="497840" y="1461966"/>
            <a:ext cx="9580880" cy="539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090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8000">
        <p159:morph option="byObject"/>
      </p:transition>
    </mc:Choice>
    <mc:Fallback>
      <p:transition spd="slow" advClick="0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A977F-5D3F-FE3B-89B3-1FA243885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4FCECA6-66DC-BE43-A72E-91656B3A4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525" y="9524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Investigation: Locate the Pod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05D032-F3AE-F6BC-5ACB-10FAA7CCC7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5C3DF611-88DA-8CD4-705C-FC539B6E230D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 pods using service account </a:t>
            </a:r>
            <a:r>
              <a:rPr lang="en-US" sz="32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react2shell</a:t>
            </a:r>
            <a:r>
              <a:rPr lang="en-US" sz="32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- Matching pod: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react2shell-6d4d4db59d-xwtxq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- Compare its logs with the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CloudTrail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sessions.  </a:t>
            </a:r>
          </a:p>
        </p:txBody>
      </p:sp>
    </p:spTree>
    <p:extLst>
      <p:ext uri="{BB962C8B-B14F-4D97-AF65-F5344CB8AC3E}">
        <p14:creationId xmlns:p14="http://schemas.microsoft.com/office/powerpoint/2010/main" val="30140920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8000">
        <p159:morph option="byObject"/>
      </p:transition>
    </mc:Choice>
    <mc:Fallback>
      <p:transition spd="slow" advClick="0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3A794-9231-1D19-35A4-A7A44C1E9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7AE9C4F-07FC-4C14-3150-24D82264B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525" y="9524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Investigation: Pod Logs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DFFAD5-5F04-5F8E-B006-3D7805F1A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55E14342-C30B-B85F-F682-881F2F88C898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logs confirm secret exposure.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Timestamps align with </a:t>
            </a:r>
            <a:r>
              <a:rPr lang="en-US" dirty="0" err="1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GetSecretValue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Error digest contains the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secret value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FF4519-EFF3-1C51-A601-33CA0FF4FB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398"/>
          <a:stretch>
            <a:fillRect/>
          </a:stretch>
        </p:blipFill>
        <p:spPr>
          <a:xfrm>
            <a:off x="155904" y="3008458"/>
            <a:ext cx="11880192" cy="265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8755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0000">
        <p159:morph option="byObject"/>
      </p:transition>
    </mc:Choice>
    <mc:Fallback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5404C-AA20-229D-B052-5ED4EDABE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0D5AC31B-3D50-11D5-6813-662410ABF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525" y="9524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Investigation: Summary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E67773-35B9-CBF1-8C1D-D2B789EABF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7CE81FF4-820B-DA9C-D2EB-BB610C0B9C77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evidence confirms a breach.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CloudTrail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records successful secret access.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Pod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contain the matching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session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secret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output.</a:t>
            </a:r>
          </a:p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3200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Next: preserve evidence and contain the pod.</a:t>
            </a:r>
          </a:p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9386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1000">
        <p159:morph option="byObject"/>
      </p:transition>
    </mc:Choice>
    <mc:Fallback>
      <p:transition spd="slow" advClick="0" advTm="1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2BB5-40F9-3224-54A6-AE4B53882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6D9CAB4-9021-E658-52C1-29CD15311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525" y="9524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Containment: Pause GitOps Reconciliation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F573BC-8FED-CDC1-3F13-534C1FE2C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46690361-B4A0-378A-769B-5700CBE3DDE1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Disable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Argo CD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auto-sync.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34B5A8-3337-0E9F-77AD-516D7B9FE5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07" y="1940665"/>
            <a:ext cx="10927968" cy="297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283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8000">
        <p159:morph option="byObject"/>
      </p:transition>
    </mc:Choice>
    <mc:Fallback>
      <p:transition spd="slow" advClick="0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F57C0-201A-B037-0423-FB8BB8331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89B965DA-85CD-BEAF-A30D-0FF98C18D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525" y="9524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Containment: Preserve Evidence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86F34C-614A-8A79-1F72-2AC967A594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4C62939E-808A-CF29-D657-F70931C29AA0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Capture evidence before disruptive changes.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Timestamped pod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 specification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Kubernetes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Decoded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token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claims for identity correlation.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52FCE4-BFB8-C36A-2A6A-96B70298B5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5760" y="3429000"/>
            <a:ext cx="10927968" cy="270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1455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0000">
        <p159:morph option="byObject"/>
      </p:transition>
    </mc:Choice>
    <mc:Fallback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C7043-FEB8-60FB-4D05-564639A8D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56FD3A5-050F-3DEE-DDB7-E8206667F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525" y="9524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CA" sz="4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Containment: Network Quarantine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2551F1-3115-16D7-F349-6E68DDAF6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1B98B28E-8686-4568-74ED-69FE580C2BDA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Keep the compromised pod running while limiting its access.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Relabel it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app=quarantined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remove the Service selector match.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Apply a quarantine </a:t>
            </a:r>
            <a:r>
              <a:rPr lang="en-US" dirty="0" err="1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NetworkPolicy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no ingress or egress rules.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409AFD-A735-C435-6E1A-FC10E67872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5760" y="2819400"/>
            <a:ext cx="10857587" cy="384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678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0000">
        <p159:morph option="byObject"/>
      </p:transition>
    </mc:Choice>
    <mc:Fallback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5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D039B-C512-F6EB-B068-B7F25BBF7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3713279F-ABCD-B09F-E503-0FC03E758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525" y="9524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US" sz="4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Containment: Cordon the Hosting Node</a:t>
            </a:r>
            <a:endParaRPr lang="en-CA" sz="4800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7133A3-A50A-0B53-1680-D3DDB426F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9840040A-A3B1-8E53-2EFC-52B92947A5AA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 the node </a:t>
            </a:r>
            <a:r>
              <a:rPr lang="en-US" dirty="0" err="1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unschedulable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Leave existing pods running for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29280845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6000">
        <p159:morph option="byObject"/>
      </p:transition>
    </mc:Choice>
    <mc:Fallback>
      <p:transition spd="slow" advClick="0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C0D30-6839-ECD0-8CE3-B82A4516D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D76C571-828D-D385-B034-E3829FED7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525" y="9524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US" sz="4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 and Escalation</a:t>
            </a:r>
            <a:endParaRPr lang="en-CA" sz="4800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AC1946-B741-B848-91DA-B4EAF97282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8DBD33DF-1A56-015C-4D6A-1FF693D4BCE1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findings and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escalate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cloud credential rotation.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Rotate the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disclosed credential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Revoke any still-active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compromised sessions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- Restrict the workload's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IAM access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05129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9000">
        <p159:morph option="byObject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E3E85-17C4-F5CC-6A26-9934A230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66C9C005-FA52-448E-ACD3-F801D0E9D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525" y="9524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US" sz="4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Incident Response Summary</a:t>
            </a:r>
            <a:endParaRPr lang="en-CA" sz="4800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4D574A-3095-F94D-C3CD-345682E1C9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3280"/>
            <a:ext cx="731520" cy="731520"/>
          </a:xfrm>
          <a:prstGeom prst="rect">
            <a:avLst/>
          </a:prstGeom>
        </p:spPr>
      </p:pic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FCFFCBF7-FE75-AE27-2045-C44101088BD7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CloudTrail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workload and secret access.</a:t>
            </a:r>
          </a:p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Pod logs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confirm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activity to the application.</a:t>
            </a:r>
          </a:p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Evidence collection and quarantine support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investigation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containment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Escalation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assigns the remaining credential cleanup.</a:t>
            </a:r>
          </a:p>
        </p:txBody>
      </p:sp>
    </p:spTree>
    <p:extLst>
      <p:ext uri="{BB962C8B-B14F-4D97-AF65-F5344CB8AC3E}">
        <p14:creationId xmlns:p14="http://schemas.microsoft.com/office/powerpoint/2010/main" val="20377594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3000">
        <p159:morph option="byObject"/>
      </p:transition>
    </mc:Choice>
    <mc:Fallback>
      <p:transition spd="slow" advClick="0" advTm="1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4D11A-A8E9-53CA-BFB6-2B16B92D3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0ED9E40A-9860-60B7-333F-386C0015A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525" y="9524"/>
            <a:ext cx="12192000" cy="9144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CA" sz="32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800" b="1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Comes Next?</a:t>
            </a:r>
            <a:endParaRPr lang="en-CA" sz="4800" b="1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ontent Placeholder 20">
            <a:extLst>
              <a:ext uri="{FF2B5EF4-FFF2-40B4-BE49-F238E27FC236}">
                <a16:creationId xmlns:a16="http://schemas.microsoft.com/office/drawing/2014/main" id="{F7791108-7664-E113-6D70-608BFC6EC011}"/>
              </a:ext>
            </a:extLst>
          </p:cNvPr>
          <p:cNvSpPr txBox="1">
            <a:spLocks/>
          </p:cNvSpPr>
          <p:nvPr/>
        </p:nvSpPr>
        <p:spPr>
          <a:xfrm>
            <a:off x="0" y="914399"/>
            <a:ext cx="12192000" cy="5943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pod is quarantined.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does EKS cluster prevent the next breach?</a:t>
            </a:r>
          </a:p>
          <a:p>
            <a:pPr marL="400050" indent="-400050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be continued: </a:t>
            </a:r>
            <a:r>
              <a:rPr lang="en-US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Hardening EKS</a:t>
            </a:r>
          </a:p>
        </p:txBody>
      </p:sp>
    </p:spTree>
    <p:extLst>
      <p:ext uri="{BB962C8B-B14F-4D97-AF65-F5344CB8AC3E}">
        <p14:creationId xmlns:p14="http://schemas.microsoft.com/office/powerpoint/2010/main" val="3902757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 advClick="0" advTm="10000">
        <p159:morph option="byObject"/>
      </p:transition>
    </mc:Choice>
    <mc:Fallback>
      <p:transition spd="slow" advClick="0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1979</TotalTime>
  <Words>855</Words>
  <Application>Microsoft Office PowerPoint</Application>
  <PresentationFormat>Widescreen</PresentationFormat>
  <Paragraphs>126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Consolas</vt:lpstr>
      <vt:lpstr>Wingdings</vt:lpstr>
      <vt:lpstr>Office Theme</vt:lpstr>
      <vt:lpstr>React2Shell on Amazon EKS</vt:lpstr>
      <vt:lpstr>An Administrator's Story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Fong</dc:creator>
  <cp:lastModifiedBy>Simon Fong</cp:lastModifiedBy>
  <cp:revision>1</cp:revision>
  <dcterms:created xsi:type="dcterms:W3CDTF">2026-08-28T02:42:08Z</dcterms:created>
  <dcterms:modified xsi:type="dcterms:W3CDTF">2026-10-22T02:23:34Z</dcterms:modified>
</cp:coreProperties>
</file>