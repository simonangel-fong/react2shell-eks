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20"/>
  </p:notesMasterIdLst>
  <p:sldIdLst>
    <p:sldId id="256" r:id="rId2"/>
    <p:sldId id="354" r:id="rId3"/>
    <p:sldId id="331" r:id="rId4"/>
    <p:sldId id="355" r:id="rId5"/>
    <p:sldId id="356" r:id="rId6"/>
    <p:sldId id="357" r:id="rId7"/>
    <p:sldId id="359" r:id="rId8"/>
    <p:sldId id="360" r:id="rId9"/>
    <p:sldId id="361" r:id="rId10"/>
    <p:sldId id="362" r:id="rId11"/>
    <p:sldId id="363" r:id="rId12"/>
    <p:sldId id="364" r:id="rId13"/>
    <p:sldId id="365" r:id="rId14"/>
    <p:sldId id="366" r:id="rId15"/>
    <p:sldId id="367" r:id="rId16"/>
    <p:sldId id="368" r:id="rId17"/>
    <p:sldId id="369" r:id="rId18"/>
    <p:sldId id="37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4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FEEB8B-BB36-4A3A-B06E-F26CB7EBBCFC}" v="558" dt="2026-10-23T20:29:40.0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158" autoAdjust="0"/>
  </p:normalViewPr>
  <p:slideViewPr>
    <p:cSldViewPr snapToGrid="0">
      <p:cViewPr varScale="1">
        <p:scale>
          <a:sx n="63" d="100"/>
          <a:sy n="63" d="100"/>
        </p:scale>
        <p:origin x="70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Fong" userId="0989948daaec8292" providerId="LiveId" clId="{F12E0490-60F3-4147-9D04-93D87D41D5A0}"/>
    <pc:docChg chg="undo redo custSel addSld delSld modSld sldOrd modMainMaster">
      <pc:chgData name="Simon Fong" userId="0989948daaec8292" providerId="LiveId" clId="{F12E0490-60F3-4147-9D04-93D87D41D5A0}" dt="2026-10-23T20:29:40.028" v="13108"/>
      <pc:docMkLst>
        <pc:docMk/>
      </pc:docMkLst>
      <pc:sldChg chg="addSp delSp modSp new mod modTransition setBg modClrScheme addAnim delAnim modAnim setClrOvrMap delDesignElem chgLayout">
        <pc:chgData name="Simon Fong" userId="0989948daaec8292" providerId="LiveId" clId="{F12E0490-60F3-4147-9D04-93D87D41D5A0}" dt="2026-10-23T20:29:40.028" v="13108"/>
        <pc:sldMkLst>
          <pc:docMk/>
          <pc:sldMk cId="500054961" sldId="256"/>
        </pc:sldMkLst>
        <pc:spChg chg="mod">
          <ac:chgData name="Simon Fong" userId="0989948daaec8292" providerId="LiveId" clId="{F12E0490-60F3-4147-9D04-93D87D41D5A0}" dt="2026-10-20T22:34:54.386" v="4425"/>
          <ac:spMkLst>
            <pc:docMk/>
            <pc:sldMk cId="500054961" sldId="256"/>
            <ac:spMk id="22" creationId="{0B66FF80-661C-B63A-31A9-41C8E14A7664}"/>
          </ac:spMkLst>
        </pc:spChg>
        <pc:spChg chg="mod">
          <ac:chgData name="Simon Fong" userId="0989948daaec8292" providerId="LiveId" clId="{F12E0490-60F3-4147-9D04-93D87D41D5A0}" dt="2026-10-23T20:29:40.028" v="13108"/>
          <ac:spMkLst>
            <pc:docMk/>
            <pc:sldMk cId="500054961" sldId="256"/>
            <ac:spMk id="24" creationId="{FFB20242-D968-BFEB-4CC4-53D1AD03BDE0}"/>
          </ac:spMkLst>
        </pc:spChg>
        <pc:picChg chg="add mod ord">
          <ac:chgData name="Simon Fong" userId="0989948daaec8292" providerId="LiveId" clId="{F12E0490-60F3-4147-9D04-93D87D41D5A0}" dt="2026-10-20T22:34:34.354" v="4422" actId="14826"/>
          <ac:picMkLst>
            <pc:docMk/>
            <pc:sldMk cId="500054961" sldId="256"/>
            <ac:picMk id="32" creationId="{7158F0ED-9F1D-EFEC-3544-41B5BB8F4EAA}"/>
          </ac:picMkLst>
        </pc:picChg>
      </pc:sldChg>
      <pc:sldChg chg="addSp delSp modSp add mod modTransition setBg addAnim delAnim modAnim modNotesTx">
        <pc:chgData name="Simon Fong" userId="0989948daaec8292" providerId="LiveId" clId="{F12E0490-60F3-4147-9D04-93D87D41D5A0}" dt="2026-10-22T01:38:37.227" v="12695"/>
        <pc:sldMkLst>
          <pc:docMk/>
          <pc:sldMk cId="1681895122" sldId="331"/>
        </pc:sldMkLst>
        <pc:spChg chg="mod">
          <ac:chgData name="Simon Fong" userId="0989948daaec8292" providerId="LiveId" clId="{F12E0490-60F3-4147-9D04-93D87D41D5A0}" dt="2026-10-22T00:07:27.532" v="12010" actId="6549"/>
          <ac:spMkLst>
            <pc:docMk/>
            <pc:sldMk cId="1681895122" sldId="331"/>
            <ac:spMk id="5" creationId="{9C661C2C-42CF-042C-526F-FF6ADD970227}"/>
          </ac:spMkLst>
        </pc:spChg>
        <pc:spChg chg="mod">
          <ac:chgData name="Simon Fong" userId="0989948daaec8292" providerId="LiveId" clId="{F12E0490-60F3-4147-9D04-93D87D41D5A0}" dt="2026-10-21T23:27:22.673" v="11966" actId="255"/>
          <ac:spMkLst>
            <pc:docMk/>
            <pc:sldMk cId="1681895122" sldId="331"/>
            <ac:spMk id="21" creationId="{83B02FF7-99F7-FDB7-1FB2-ACCCF640C493}"/>
          </ac:spMkLst>
        </pc:spChg>
        <pc:picChg chg="add mod modCrop">
          <ac:chgData name="Simon Fong" userId="0989948daaec8292" providerId="LiveId" clId="{F12E0490-60F3-4147-9D04-93D87D41D5A0}" dt="2026-10-22T00:07:35.488" v="12011" actId="1076"/>
          <ac:picMkLst>
            <pc:docMk/>
            <pc:sldMk cId="1681895122" sldId="331"/>
            <ac:picMk id="3" creationId="{A491A172-9A90-EBDF-B11F-89FF70985453}"/>
          </ac:picMkLst>
        </pc:picChg>
        <pc:picChg chg="mod">
          <ac:chgData name="Simon Fong" userId="0989948daaec8292" providerId="LiveId" clId="{F12E0490-60F3-4147-9D04-93D87D41D5A0}" dt="2026-10-21T23:23:45.525" v="11952" actId="14826"/>
          <ac:picMkLst>
            <pc:docMk/>
            <pc:sldMk cId="1681895122" sldId="331"/>
            <ac:picMk id="4" creationId="{DE7C1331-EFAD-8170-5D75-846B2AD91509}"/>
          </ac:picMkLst>
        </pc:picChg>
      </pc:sldChg>
      <pc:sldChg chg="delSp modSp add mod modTransition addAnim delAnim modAnim modNotesTx">
        <pc:chgData name="Simon Fong" userId="0989948daaec8292" providerId="LiveId" clId="{F12E0490-60F3-4147-9D04-93D87D41D5A0}" dt="2026-10-22T01:36:45.706" v="12664"/>
        <pc:sldMkLst>
          <pc:docMk/>
          <pc:sldMk cId="3746039619" sldId="354"/>
        </pc:sldMkLst>
        <pc:spChg chg="mod">
          <ac:chgData name="Simon Fong" userId="0989948daaec8292" providerId="LiveId" clId="{F12E0490-60F3-4147-9D04-93D87D41D5A0}" dt="2026-10-21T23:14:56.128" v="11839" actId="27636"/>
          <ac:spMkLst>
            <pc:docMk/>
            <pc:sldMk cId="3746039619" sldId="354"/>
            <ac:spMk id="2" creationId="{71F4FAB4-09B7-EB32-768D-B4308FE8B1ED}"/>
          </ac:spMkLst>
        </pc:spChg>
        <pc:spChg chg="mod">
          <ac:chgData name="Simon Fong" userId="0989948daaec8292" providerId="LiveId" clId="{F12E0490-60F3-4147-9D04-93D87D41D5A0}" dt="2026-10-22T00:09:41.118" v="12032" actId="6549"/>
          <ac:spMkLst>
            <pc:docMk/>
            <pc:sldMk cId="3746039619" sldId="354"/>
            <ac:spMk id="5" creationId="{E4947C39-FB44-13AB-6D85-5B4536E612D4}"/>
          </ac:spMkLst>
        </pc:spChg>
      </pc:sldChg>
      <pc:sldChg chg="modSp add mod modTransition addAnim delAnim modAnim">
        <pc:chgData name="Simon Fong" userId="0989948daaec8292" providerId="LiveId" clId="{F12E0490-60F3-4147-9D04-93D87D41D5A0}" dt="2026-10-22T01:58:01.707" v="12712"/>
        <pc:sldMkLst>
          <pc:docMk/>
          <pc:sldMk cId="277277012" sldId="355"/>
        </pc:sldMkLst>
        <pc:spChg chg="mod">
          <ac:chgData name="Simon Fong" userId="0989948daaec8292" providerId="LiveId" clId="{F12E0490-60F3-4147-9D04-93D87D41D5A0}" dt="2026-10-22T00:13:50.387" v="12084" actId="20577"/>
          <ac:spMkLst>
            <pc:docMk/>
            <pc:sldMk cId="277277012" sldId="355"/>
            <ac:spMk id="5" creationId="{3B16619F-43D0-A37C-B795-5857B441898A}"/>
          </ac:spMkLst>
        </pc:spChg>
        <pc:spChg chg="mod">
          <ac:chgData name="Simon Fong" userId="0989948daaec8292" providerId="LiveId" clId="{F12E0490-60F3-4147-9D04-93D87D41D5A0}" dt="2026-10-22T00:11:27.690" v="12033"/>
          <ac:spMkLst>
            <pc:docMk/>
            <pc:sldMk cId="277277012" sldId="355"/>
            <ac:spMk id="21" creationId="{95AA2652-E4FE-90A0-B535-A88153F01217}"/>
          </ac:spMkLst>
        </pc:spChg>
        <pc:picChg chg="mod modCrop">
          <ac:chgData name="Simon Fong" userId="0989948daaec8292" providerId="LiveId" clId="{F12E0490-60F3-4147-9D04-93D87D41D5A0}" dt="2026-10-22T00:13:54.070" v="12085" actId="1076"/>
          <ac:picMkLst>
            <pc:docMk/>
            <pc:sldMk cId="277277012" sldId="355"/>
            <ac:picMk id="3" creationId="{859B8CB6-3F21-E154-2434-2BF1496C7719}"/>
          </ac:picMkLst>
        </pc:picChg>
      </pc:sldChg>
      <pc:sldChg chg="delSp modSp add mod addAnim delAnim modAnim">
        <pc:chgData name="Simon Fong" userId="0989948daaec8292" providerId="LiveId" clId="{F12E0490-60F3-4147-9D04-93D87D41D5A0}" dt="2026-10-22T02:00:03.202" v="12763"/>
        <pc:sldMkLst>
          <pc:docMk/>
          <pc:sldMk cId="1028939191" sldId="356"/>
        </pc:sldMkLst>
        <pc:spChg chg="mod">
          <ac:chgData name="Simon Fong" userId="0989948daaec8292" providerId="LiveId" clId="{F12E0490-60F3-4147-9D04-93D87D41D5A0}" dt="2026-10-22T00:15:51.906" v="12109" actId="2710"/>
          <ac:spMkLst>
            <pc:docMk/>
            <pc:sldMk cId="1028939191" sldId="356"/>
            <ac:spMk id="5" creationId="{481C3462-A648-0CA7-73C5-439870A5DE04}"/>
          </ac:spMkLst>
        </pc:spChg>
        <pc:spChg chg="mod">
          <ac:chgData name="Simon Fong" userId="0989948daaec8292" providerId="LiveId" clId="{F12E0490-60F3-4147-9D04-93D87D41D5A0}" dt="2026-10-22T00:14:19.032" v="12087"/>
          <ac:spMkLst>
            <pc:docMk/>
            <pc:sldMk cId="1028939191" sldId="356"/>
            <ac:spMk id="21" creationId="{7D3FBF3C-B66C-200D-A887-99901987B27E}"/>
          </ac:spMkLst>
        </pc:spChg>
        <pc:picChg chg="del">
          <ac:chgData name="Simon Fong" userId="0989948daaec8292" providerId="LiveId" clId="{F12E0490-60F3-4147-9D04-93D87D41D5A0}" dt="2026-10-22T00:14:21.799" v="12088" actId="478"/>
          <ac:picMkLst>
            <pc:docMk/>
            <pc:sldMk cId="1028939191" sldId="356"/>
            <ac:picMk id="3" creationId="{2D35EBF2-31CF-4747-2BE9-83B18BB58316}"/>
          </ac:picMkLst>
        </pc:picChg>
      </pc:sldChg>
      <pc:sldChg chg="modSp add mod ord modTransition addAnim delAnim modAnim">
        <pc:chgData name="Simon Fong" userId="0989948daaec8292" providerId="LiveId" clId="{F12E0490-60F3-4147-9D04-93D87D41D5A0}" dt="2026-10-22T02:20:23.568" v="13100" actId="1076"/>
        <pc:sldMkLst>
          <pc:docMk/>
          <pc:sldMk cId="2917318535" sldId="357"/>
        </pc:sldMkLst>
        <pc:spChg chg="mod">
          <ac:chgData name="Simon Fong" userId="0989948daaec8292" providerId="LiveId" clId="{F12E0490-60F3-4147-9D04-93D87D41D5A0}" dt="2026-10-22T02:00:49.218" v="12766" actId="6549"/>
          <ac:spMkLst>
            <pc:docMk/>
            <pc:sldMk cId="2917318535" sldId="357"/>
            <ac:spMk id="5" creationId="{F0C06953-F12E-ADFB-C65A-9D0A03A13B69}"/>
          </ac:spMkLst>
        </pc:spChg>
        <pc:spChg chg="mod">
          <ac:chgData name="Simon Fong" userId="0989948daaec8292" providerId="LiveId" clId="{F12E0490-60F3-4147-9D04-93D87D41D5A0}" dt="2026-10-22T00:18:36.624" v="12113"/>
          <ac:spMkLst>
            <pc:docMk/>
            <pc:sldMk cId="2917318535" sldId="357"/>
            <ac:spMk id="21" creationId="{79882648-9762-1483-3CEA-6C41BF3B7169}"/>
          </ac:spMkLst>
        </pc:spChg>
        <pc:picChg chg="mod modCrop">
          <ac:chgData name="Simon Fong" userId="0989948daaec8292" providerId="LiveId" clId="{F12E0490-60F3-4147-9D04-93D87D41D5A0}" dt="2026-10-22T02:20:23.568" v="13100" actId="1076"/>
          <ac:picMkLst>
            <pc:docMk/>
            <pc:sldMk cId="2917318535" sldId="357"/>
            <ac:picMk id="3" creationId="{9C55635D-66DE-880D-0687-A7E0323A2608}"/>
          </ac:picMkLst>
        </pc:picChg>
      </pc:sldChg>
      <pc:sldChg chg="addSp delSp modSp add del mod">
        <pc:chgData name="Simon Fong" userId="0989948daaec8292" providerId="LiveId" clId="{F12E0490-60F3-4147-9D04-93D87D41D5A0}" dt="2026-10-22T00:27:05.763" v="12199" actId="2696"/>
        <pc:sldMkLst>
          <pc:docMk/>
          <pc:sldMk cId="2956813664" sldId="358"/>
        </pc:sldMkLst>
        <pc:spChg chg="mod">
          <ac:chgData name="Simon Fong" userId="0989948daaec8292" providerId="LiveId" clId="{F12E0490-60F3-4147-9D04-93D87D41D5A0}" dt="2026-10-22T00:23:46.367" v="12168" actId="20577"/>
          <ac:spMkLst>
            <pc:docMk/>
            <pc:sldMk cId="2956813664" sldId="358"/>
            <ac:spMk id="5" creationId="{9EA5E178-E724-E42F-280E-4B8D3920EA07}"/>
          </ac:spMkLst>
        </pc:spChg>
        <pc:spChg chg="add del mod">
          <ac:chgData name="Simon Fong" userId="0989948daaec8292" providerId="LiveId" clId="{F12E0490-60F3-4147-9D04-93D87D41D5A0}" dt="2026-10-22T00:24:53.363" v="12177"/>
          <ac:spMkLst>
            <pc:docMk/>
            <pc:sldMk cId="2956813664" sldId="358"/>
            <ac:spMk id="7" creationId="{0CCF6F7F-9788-33D0-7F9E-7433DF452DFA}"/>
          </ac:spMkLst>
        </pc:spChg>
        <pc:spChg chg="add del mod">
          <ac:chgData name="Simon Fong" userId="0989948daaec8292" providerId="LiveId" clId="{F12E0490-60F3-4147-9D04-93D87D41D5A0}" dt="2026-10-22T00:24:55.349" v="12180"/>
          <ac:spMkLst>
            <pc:docMk/>
            <pc:sldMk cId="2956813664" sldId="358"/>
            <ac:spMk id="8" creationId="{4A139D51-2BA5-FAA4-757B-5C04A077B5C9}"/>
          </ac:spMkLst>
        </pc:spChg>
        <pc:spChg chg="add mod">
          <ac:chgData name="Simon Fong" userId="0989948daaec8292" providerId="LiveId" clId="{F12E0490-60F3-4147-9D04-93D87D41D5A0}" dt="2026-10-22T00:25:11.769" v="12185" actId="14100"/>
          <ac:spMkLst>
            <pc:docMk/>
            <pc:sldMk cId="2956813664" sldId="358"/>
            <ac:spMk id="9" creationId="{E14141B3-46D1-155E-D91C-831863B87610}"/>
          </ac:spMkLst>
        </pc:spChg>
        <pc:spChg chg="mod">
          <ac:chgData name="Simon Fong" userId="0989948daaec8292" providerId="LiveId" clId="{F12E0490-60F3-4147-9D04-93D87D41D5A0}" dt="2026-10-22T00:22:39.856" v="12160"/>
          <ac:spMkLst>
            <pc:docMk/>
            <pc:sldMk cId="2956813664" sldId="358"/>
            <ac:spMk id="21" creationId="{510D768A-68C3-6B51-76C8-C56126965EAE}"/>
          </ac:spMkLst>
        </pc:spChg>
        <pc:graphicFrameChg chg="add del mod">
          <ac:chgData name="Simon Fong" userId="0989948daaec8292" providerId="LiveId" clId="{F12E0490-60F3-4147-9D04-93D87D41D5A0}" dt="2026-10-22T00:23:21.385" v="12164" actId="478"/>
          <ac:graphicFrameMkLst>
            <pc:docMk/>
            <pc:sldMk cId="2956813664" sldId="358"/>
            <ac:graphicFrameMk id="2" creationId="{0A02F53D-CC0E-64BD-C4C7-259DF4E11CDA}"/>
          </ac:graphicFrameMkLst>
        </pc:graphicFrameChg>
        <pc:graphicFrameChg chg="add mod modGraphic">
          <ac:chgData name="Simon Fong" userId="0989948daaec8292" providerId="LiveId" clId="{F12E0490-60F3-4147-9D04-93D87D41D5A0}" dt="2026-10-22T00:24:36.628" v="12174" actId="1076"/>
          <ac:graphicFrameMkLst>
            <pc:docMk/>
            <pc:sldMk cId="2956813664" sldId="358"/>
            <ac:graphicFrameMk id="6" creationId="{88A3F183-8A82-EACD-718B-1F10168A635D}"/>
          </ac:graphicFrameMkLst>
        </pc:graphicFrameChg>
        <pc:picChg chg="del">
          <ac:chgData name="Simon Fong" userId="0989948daaec8292" providerId="LiveId" clId="{F12E0490-60F3-4147-9D04-93D87D41D5A0}" dt="2026-10-22T00:24:17.934" v="12173" actId="478"/>
          <ac:picMkLst>
            <pc:docMk/>
            <pc:sldMk cId="2956813664" sldId="358"/>
            <ac:picMk id="3" creationId="{ABF8296C-AB47-9E35-B0B4-65DAF5770FC4}"/>
          </ac:picMkLst>
        </pc:picChg>
      </pc:sldChg>
      <pc:sldChg chg="addSp delSp modSp add mod addAnim delAnim modAnim">
        <pc:chgData name="Simon Fong" userId="0989948daaec8292" providerId="LiveId" clId="{F12E0490-60F3-4147-9D04-93D87D41D5A0}" dt="2026-10-22T02:21:00.712" v="13102" actId="207"/>
        <pc:sldMkLst>
          <pc:docMk/>
          <pc:sldMk cId="2673231998" sldId="359"/>
        </pc:sldMkLst>
        <pc:spChg chg="mod">
          <ac:chgData name="Simon Fong" userId="0989948daaec8292" providerId="LiveId" clId="{F12E0490-60F3-4147-9D04-93D87D41D5A0}" dt="2026-10-22T00:26:19.895" v="12193" actId="20577"/>
          <ac:spMkLst>
            <pc:docMk/>
            <pc:sldMk cId="2673231998" sldId="359"/>
            <ac:spMk id="5" creationId="{3D937263-7297-6B67-D20E-465FE4286101}"/>
          </ac:spMkLst>
        </pc:spChg>
        <pc:spChg chg="mod">
          <ac:chgData name="Simon Fong" userId="0989948daaec8292" providerId="LiveId" clId="{F12E0490-60F3-4147-9D04-93D87D41D5A0}" dt="2026-10-22T00:25:57.961" v="12187"/>
          <ac:spMkLst>
            <pc:docMk/>
            <pc:sldMk cId="2673231998" sldId="359"/>
            <ac:spMk id="21" creationId="{6E734685-880D-D3F1-A977-3DC0A8655645}"/>
          </ac:spMkLst>
        </pc:spChg>
        <pc:graphicFrameChg chg="add mod modGraphic">
          <ac:chgData name="Simon Fong" userId="0989948daaec8292" providerId="LiveId" clId="{F12E0490-60F3-4147-9D04-93D87D41D5A0}" dt="2026-10-22T02:21:00.712" v="13102" actId="207"/>
          <ac:graphicFrameMkLst>
            <pc:docMk/>
            <pc:sldMk cId="2673231998" sldId="359"/>
            <ac:graphicFrameMk id="6" creationId="{E1C121CC-EB46-09BB-1AA9-CF80F62F8C3B}"/>
          </ac:graphicFrameMkLst>
        </pc:graphicFrameChg>
        <pc:picChg chg="del">
          <ac:chgData name="Simon Fong" userId="0989948daaec8292" providerId="LiveId" clId="{F12E0490-60F3-4147-9D04-93D87D41D5A0}" dt="2026-10-22T00:26:28.862" v="12195" actId="478"/>
          <ac:picMkLst>
            <pc:docMk/>
            <pc:sldMk cId="2673231998" sldId="359"/>
            <ac:picMk id="3" creationId="{02A58818-0BB5-DB40-DAC8-B3C95D9C211F}"/>
          </ac:picMkLst>
        </pc:picChg>
      </pc:sldChg>
      <pc:sldChg chg="addSp delSp modSp add mod addAnim delAnim modAnim">
        <pc:chgData name="Simon Fong" userId="0989948daaec8292" providerId="LiveId" clId="{F12E0490-60F3-4147-9D04-93D87D41D5A0}" dt="2026-10-22T02:04:21.780" v="12844"/>
        <pc:sldMkLst>
          <pc:docMk/>
          <pc:sldMk cId="318809019" sldId="360"/>
        </pc:sldMkLst>
        <pc:spChg chg="mod">
          <ac:chgData name="Simon Fong" userId="0989948daaec8292" providerId="LiveId" clId="{F12E0490-60F3-4147-9D04-93D87D41D5A0}" dt="2026-10-22T00:28:10.265" v="12220" actId="20577"/>
          <ac:spMkLst>
            <pc:docMk/>
            <pc:sldMk cId="318809019" sldId="360"/>
            <ac:spMk id="5" creationId="{E9113683-13B1-0D01-D6B0-10021ED6CFD5}"/>
          </ac:spMkLst>
        </pc:spChg>
        <pc:graphicFrameChg chg="del">
          <ac:chgData name="Simon Fong" userId="0989948daaec8292" providerId="LiveId" clId="{F12E0490-60F3-4147-9D04-93D87D41D5A0}" dt="2026-10-22T00:26:51.687" v="12198" actId="478"/>
          <ac:graphicFrameMkLst>
            <pc:docMk/>
            <pc:sldMk cId="318809019" sldId="360"/>
            <ac:graphicFrameMk id="6" creationId="{E167BD00-6E28-C473-595A-18426981A001}"/>
          </ac:graphicFrameMkLst>
        </pc:graphicFrameChg>
        <pc:picChg chg="add mod modCrop">
          <ac:chgData name="Simon Fong" userId="0989948daaec8292" providerId="LiveId" clId="{F12E0490-60F3-4147-9D04-93D87D41D5A0}" dt="2026-10-22T00:28:29.259" v="12223" actId="1076"/>
          <ac:picMkLst>
            <pc:docMk/>
            <pc:sldMk cId="318809019" sldId="360"/>
            <ac:picMk id="3" creationId="{7841CB9E-3136-1775-6DE5-29E270DE7D0B}"/>
          </ac:picMkLst>
        </pc:picChg>
      </pc:sldChg>
      <pc:sldChg chg="delSp modSp add mod addAnim delAnim modAnim">
        <pc:chgData name="Simon Fong" userId="0989948daaec8292" providerId="LiveId" clId="{F12E0490-60F3-4147-9D04-93D87D41D5A0}" dt="2026-10-22T02:05:23.893" v="12858"/>
        <pc:sldMkLst>
          <pc:docMk/>
          <pc:sldMk cId="3014092043" sldId="361"/>
        </pc:sldMkLst>
        <pc:spChg chg="mod">
          <ac:chgData name="Simon Fong" userId="0989948daaec8292" providerId="LiveId" clId="{F12E0490-60F3-4147-9D04-93D87D41D5A0}" dt="2026-10-22T00:30:53.975" v="12274" actId="255"/>
          <ac:spMkLst>
            <pc:docMk/>
            <pc:sldMk cId="3014092043" sldId="361"/>
            <ac:spMk id="5" creationId="{5C3DF611-88DA-8CD4-705C-FC539B6E230D}"/>
          </ac:spMkLst>
        </pc:spChg>
        <pc:spChg chg="mod">
          <ac:chgData name="Simon Fong" userId="0989948daaec8292" providerId="LiveId" clId="{F12E0490-60F3-4147-9D04-93D87D41D5A0}" dt="2026-10-22T00:29:10.687" v="12234" actId="20577"/>
          <ac:spMkLst>
            <pc:docMk/>
            <pc:sldMk cId="3014092043" sldId="361"/>
            <ac:spMk id="21" creationId="{A4FCECA6-66DC-BE43-A72E-91656B3A4238}"/>
          </ac:spMkLst>
        </pc:spChg>
        <pc:picChg chg="del mod">
          <ac:chgData name="Simon Fong" userId="0989948daaec8292" providerId="LiveId" clId="{F12E0490-60F3-4147-9D04-93D87D41D5A0}" dt="2026-10-22T00:31:22.151" v="12275" actId="478"/>
          <ac:picMkLst>
            <pc:docMk/>
            <pc:sldMk cId="3014092043" sldId="361"/>
            <ac:picMk id="3" creationId="{09826AC2-0158-A2B5-1CFB-E1AE774EAF0E}"/>
          </ac:picMkLst>
        </pc:picChg>
      </pc:sldChg>
      <pc:sldChg chg="addSp modSp add mod modTransition addAnim delAnim modAnim modNotesTx">
        <pc:chgData name="Simon Fong" userId="0989948daaec8292" providerId="LiveId" clId="{F12E0490-60F3-4147-9D04-93D87D41D5A0}" dt="2026-10-22T02:06:32.242" v="12894"/>
        <pc:sldMkLst>
          <pc:docMk/>
          <pc:sldMk cId="2524875541" sldId="362"/>
        </pc:sldMkLst>
        <pc:spChg chg="mod">
          <ac:chgData name="Simon Fong" userId="0989948daaec8292" providerId="LiveId" clId="{F12E0490-60F3-4147-9D04-93D87D41D5A0}" dt="2026-10-22T00:34:53.062" v="12325" actId="207"/>
          <ac:spMkLst>
            <pc:docMk/>
            <pc:sldMk cId="2524875541" sldId="362"/>
            <ac:spMk id="5" creationId="{55E14342-C30B-B85F-F682-881F2F88C898}"/>
          </ac:spMkLst>
        </pc:spChg>
        <pc:spChg chg="mod">
          <ac:chgData name="Simon Fong" userId="0989948daaec8292" providerId="LiveId" clId="{F12E0490-60F3-4147-9D04-93D87D41D5A0}" dt="2026-10-22T00:31:56.272" v="12277"/>
          <ac:spMkLst>
            <pc:docMk/>
            <pc:sldMk cId="2524875541" sldId="362"/>
            <ac:spMk id="21" creationId="{D7AE9C4F-07FC-4C14-3150-24D82264B85D}"/>
          </ac:spMkLst>
        </pc:spChg>
        <pc:picChg chg="add mod modCrop">
          <ac:chgData name="Simon Fong" userId="0989948daaec8292" providerId="LiveId" clId="{F12E0490-60F3-4147-9D04-93D87D41D5A0}" dt="2026-10-22T00:35:18.545" v="12327" actId="1076"/>
          <ac:picMkLst>
            <pc:docMk/>
            <pc:sldMk cId="2524875541" sldId="362"/>
            <ac:picMk id="3" creationId="{8DFF4519-EFF3-1C51-A601-33CA0FF4FBE8}"/>
          </ac:picMkLst>
        </pc:picChg>
      </pc:sldChg>
      <pc:sldChg chg="delSp modSp add mod modTransition addAnim delAnim modAnim modNotesTx">
        <pc:chgData name="Simon Fong" userId="0989948daaec8292" providerId="LiveId" clId="{F12E0490-60F3-4147-9D04-93D87D41D5A0}" dt="2026-10-22T02:09:02.816" v="12926"/>
        <pc:sldMkLst>
          <pc:docMk/>
          <pc:sldMk cId="3583938646" sldId="363"/>
        </pc:sldMkLst>
        <pc:spChg chg="mod">
          <ac:chgData name="Simon Fong" userId="0989948daaec8292" providerId="LiveId" clId="{F12E0490-60F3-4147-9D04-93D87D41D5A0}" dt="2026-10-22T00:37:24.438" v="12397" actId="207"/>
          <ac:spMkLst>
            <pc:docMk/>
            <pc:sldMk cId="3583938646" sldId="363"/>
            <ac:spMk id="5" creationId="{7CE81FF4-820B-DA9C-D2EB-BB610C0B9C77}"/>
          </ac:spMkLst>
        </pc:spChg>
        <pc:spChg chg="mod">
          <ac:chgData name="Simon Fong" userId="0989948daaec8292" providerId="LiveId" clId="{F12E0490-60F3-4147-9D04-93D87D41D5A0}" dt="2026-10-22T00:36:11.171" v="12366" actId="6549"/>
          <ac:spMkLst>
            <pc:docMk/>
            <pc:sldMk cId="3583938646" sldId="363"/>
            <ac:spMk id="21" creationId="{0D5AC31B-3D50-11D5-6813-662410ABFBCC}"/>
          </ac:spMkLst>
        </pc:spChg>
        <pc:picChg chg="del">
          <ac:chgData name="Simon Fong" userId="0989948daaec8292" providerId="LiveId" clId="{F12E0490-60F3-4147-9D04-93D87D41D5A0}" dt="2026-10-22T00:35:47.275" v="12329" actId="478"/>
          <ac:picMkLst>
            <pc:docMk/>
            <pc:sldMk cId="3583938646" sldId="363"/>
            <ac:picMk id="3" creationId="{91B4F5B4-01ED-0249-704C-7347904EFC9A}"/>
          </ac:picMkLst>
        </pc:picChg>
      </pc:sldChg>
      <pc:sldChg chg="addSp modSp add mod addAnim delAnim modAnim modNotesTx">
        <pc:chgData name="Simon Fong" userId="0989948daaec8292" providerId="LiveId" clId="{F12E0490-60F3-4147-9D04-93D87D41D5A0}" dt="2026-10-22T02:09:52.552" v="12947"/>
        <pc:sldMkLst>
          <pc:docMk/>
          <pc:sldMk cId="407828345" sldId="364"/>
        </pc:sldMkLst>
        <pc:spChg chg="mod">
          <ac:chgData name="Simon Fong" userId="0989948daaec8292" providerId="LiveId" clId="{F12E0490-60F3-4147-9D04-93D87D41D5A0}" dt="2026-10-22T00:38:53.488" v="12448" actId="207"/>
          <ac:spMkLst>
            <pc:docMk/>
            <pc:sldMk cId="407828345" sldId="364"/>
            <ac:spMk id="5" creationId="{46690361-B4A0-378A-769B-5700CBE3DDE1}"/>
          </ac:spMkLst>
        </pc:spChg>
        <pc:spChg chg="mod">
          <ac:chgData name="Simon Fong" userId="0989948daaec8292" providerId="LiveId" clId="{F12E0490-60F3-4147-9D04-93D87D41D5A0}" dt="2026-10-22T00:38:11.077" v="12406"/>
          <ac:spMkLst>
            <pc:docMk/>
            <pc:sldMk cId="407828345" sldId="364"/>
            <ac:spMk id="21" creationId="{16D9CAB4-9021-E658-52C1-29CD153115F5}"/>
          </ac:spMkLst>
        </pc:spChg>
        <pc:picChg chg="add mod">
          <ac:chgData name="Simon Fong" userId="0989948daaec8292" providerId="LiveId" clId="{F12E0490-60F3-4147-9D04-93D87D41D5A0}" dt="2026-10-22T00:39:10.942" v="12451" actId="1076"/>
          <ac:picMkLst>
            <pc:docMk/>
            <pc:sldMk cId="407828345" sldId="364"/>
            <ac:picMk id="3" creationId="{D234B5A8-3337-0E9F-77AD-516D7B9FE54E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10-22T02:11:08.789" v="12978"/>
        <pc:sldMkLst>
          <pc:docMk/>
          <pc:sldMk cId="723145510" sldId="365"/>
        </pc:sldMkLst>
        <pc:spChg chg="mod">
          <ac:chgData name="Simon Fong" userId="0989948daaec8292" providerId="LiveId" clId="{F12E0490-60F3-4147-9D04-93D87D41D5A0}" dt="2026-10-22T01:08:35.636" v="12481" actId="207"/>
          <ac:spMkLst>
            <pc:docMk/>
            <pc:sldMk cId="723145510" sldId="365"/>
            <ac:spMk id="5" creationId="{4C62939E-808A-CF29-D657-F70931C29AA0}"/>
          </ac:spMkLst>
        </pc:spChg>
        <pc:spChg chg="mod">
          <ac:chgData name="Simon Fong" userId="0989948daaec8292" providerId="LiveId" clId="{F12E0490-60F3-4147-9D04-93D87D41D5A0}" dt="2026-10-22T00:41:02.828" v="12453"/>
          <ac:spMkLst>
            <pc:docMk/>
            <pc:sldMk cId="723145510" sldId="365"/>
            <ac:spMk id="21" creationId="{89B965DA-85CD-BEAF-A30D-0FF98C18DCD3}"/>
          </ac:spMkLst>
        </pc:spChg>
        <pc:picChg chg="mod">
          <ac:chgData name="Simon Fong" userId="0989948daaec8292" providerId="LiveId" clId="{F12E0490-60F3-4147-9D04-93D87D41D5A0}" dt="2026-10-22T01:08:41.674" v="12483" actId="1076"/>
          <ac:picMkLst>
            <pc:docMk/>
            <pc:sldMk cId="723145510" sldId="365"/>
            <ac:picMk id="3" creationId="{0252FCE4-BFB8-C36A-2A6A-96B70298B575}"/>
          </ac:picMkLst>
        </pc:picChg>
      </pc:sldChg>
      <pc:sldChg chg="addSp modSp add mod modTransition addAnim delAnim modAnim modNotesTx">
        <pc:chgData name="Simon Fong" userId="0989948daaec8292" providerId="LiveId" clId="{F12E0490-60F3-4147-9D04-93D87D41D5A0}" dt="2026-10-22T02:22:36.988" v="13104"/>
        <pc:sldMkLst>
          <pc:docMk/>
          <pc:sldMk cId="229267894" sldId="366"/>
        </pc:sldMkLst>
        <pc:spChg chg="add mod">
          <ac:chgData name="Simon Fong" userId="0989948daaec8292" providerId="LiveId" clId="{F12E0490-60F3-4147-9D04-93D87D41D5A0}" dt="2026-10-22T02:11:39.908" v="12981" actId="767"/>
          <ac:spMkLst>
            <pc:docMk/>
            <pc:sldMk cId="229267894" sldId="366"/>
            <ac:spMk id="2" creationId="{6C99036D-76C6-FE46-263A-77E3D4DF54B8}"/>
          </ac:spMkLst>
        </pc:spChg>
        <pc:spChg chg="mod">
          <ac:chgData name="Simon Fong" userId="0989948daaec8292" providerId="LiveId" clId="{F12E0490-60F3-4147-9D04-93D87D41D5A0}" dt="2026-10-22T01:18:29.834" v="12524" actId="20577"/>
          <ac:spMkLst>
            <pc:docMk/>
            <pc:sldMk cId="229267894" sldId="366"/>
            <ac:spMk id="5" creationId="{1B98B28E-8686-4568-74ED-69FE580C2BDA}"/>
          </ac:spMkLst>
        </pc:spChg>
        <pc:spChg chg="mod">
          <ac:chgData name="Simon Fong" userId="0989948daaec8292" providerId="LiveId" clId="{F12E0490-60F3-4147-9D04-93D87D41D5A0}" dt="2026-10-22T01:09:01.405" v="12485"/>
          <ac:spMkLst>
            <pc:docMk/>
            <pc:sldMk cId="229267894" sldId="366"/>
            <ac:spMk id="21" creationId="{A56FD3A5-050F-3DEE-DDB7-E8206667F978}"/>
          </ac:spMkLst>
        </pc:spChg>
        <pc:picChg chg="mod">
          <ac:chgData name="Simon Fong" userId="0989948daaec8292" providerId="LiveId" clId="{F12E0490-60F3-4147-9D04-93D87D41D5A0}" dt="2026-10-22T01:15:43.475" v="12512" actId="1076"/>
          <ac:picMkLst>
            <pc:docMk/>
            <pc:sldMk cId="229267894" sldId="366"/>
            <ac:picMk id="3" creationId="{BA409AFD-A735-C435-6E1A-FC10E67872D6}"/>
          </ac:picMkLst>
        </pc:picChg>
      </pc:sldChg>
      <pc:sldChg chg="delSp modSp add mod modTransition addAnim delAnim modAnim">
        <pc:chgData name="Simon Fong" userId="0989948daaec8292" providerId="LiveId" clId="{F12E0490-60F3-4147-9D04-93D87D41D5A0}" dt="2026-10-22T02:23:05.334" v="13105"/>
        <pc:sldMkLst>
          <pc:docMk/>
          <pc:sldMk cId="2928084548" sldId="367"/>
        </pc:sldMkLst>
        <pc:spChg chg="mod">
          <ac:chgData name="Simon Fong" userId="0989948daaec8292" providerId="LiveId" clId="{F12E0490-60F3-4147-9D04-93D87D41D5A0}" dt="2026-10-22T01:18:48.936" v="12538" actId="6549"/>
          <ac:spMkLst>
            <pc:docMk/>
            <pc:sldMk cId="2928084548" sldId="367"/>
            <ac:spMk id="5" creationId="{9840040A-A3B1-8E53-2EFC-52B92947A5AA}"/>
          </ac:spMkLst>
        </pc:spChg>
        <pc:spChg chg="mod">
          <ac:chgData name="Simon Fong" userId="0989948daaec8292" providerId="LiveId" clId="{F12E0490-60F3-4147-9D04-93D87D41D5A0}" dt="2026-10-22T01:17:49.283" v="12522" actId="20577"/>
          <ac:spMkLst>
            <pc:docMk/>
            <pc:sldMk cId="2928084548" sldId="367"/>
            <ac:spMk id="21" creationId="{3713279F-ABCD-B09F-E503-0FC03E758CFA}"/>
          </ac:spMkLst>
        </pc:spChg>
        <pc:picChg chg="del">
          <ac:chgData name="Simon Fong" userId="0989948daaec8292" providerId="LiveId" clId="{F12E0490-60F3-4147-9D04-93D87D41D5A0}" dt="2026-10-22T02:14:01.525" v="13021" actId="478"/>
          <ac:picMkLst>
            <pc:docMk/>
            <pc:sldMk cId="2928084548" sldId="367"/>
            <ac:picMk id="3" creationId="{2CF6133A-8C7C-0470-2DC0-AC16D46D56D5}"/>
          </ac:picMkLst>
        </pc:picChg>
      </pc:sldChg>
      <pc:sldChg chg="delSp modSp add mod modTransition addAnim delAnim modAnim">
        <pc:chgData name="Simon Fong" userId="0989948daaec8292" providerId="LiveId" clId="{F12E0490-60F3-4147-9D04-93D87D41D5A0}" dt="2026-10-22T02:23:31.472" v="13106"/>
        <pc:sldMkLst>
          <pc:docMk/>
          <pc:sldMk cId="1370512921" sldId="368"/>
        </pc:sldMkLst>
        <pc:spChg chg="mod">
          <ac:chgData name="Simon Fong" userId="0989948daaec8292" providerId="LiveId" clId="{F12E0490-60F3-4147-9D04-93D87D41D5A0}" dt="2026-10-22T02:16:03.762" v="13062" actId="207"/>
          <ac:spMkLst>
            <pc:docMk/>
            <pc:sldMk cId="1370512921" sldId="368"/>
            <ac:spMk id="5" creationId="{8DBD33DF-1A56-015C-4D6A-1FF693D4BCE1}"/>
          </ac:spMkLst>
        </pc:spChg>
        <pc:spChg chg="mod">
          <ac:chgData name="Simon Fong" userId="0989948daaec8292" providerId="LiveId" clId="{F12E0490-60F3-4147-9D04-93D87D41D5A0}" dt="2026-10-22T01:20:58.261" v="12540"/>
          <ac:spMkLst>
            <pc:docMk/>
            <pc:sldMk cId="1370512921" sldId="368"/>
            <ac:spMk id="21" creationId="{1D76C571-828D-D385-B034-E3829FED7774}"/>
          </ac:spMkLst>
        </pc:spChg>
        <pc:picChg chg="del">
          <ac:chgData name="Simon Fong" userId="0989948daaec8292" providerId="LiveId" clId="{F12E0490-60F3-4147-9D04-93D87D41D5A0}" dt="2026-10-22T01:22:34.227" v="12541" actId="478"/>
          <ac:picMkLst>
            <pc:docMk/>
            <pc:sldMk cId="1370512921" sldId="368"/>
            <ac:picMk id="3" creationId="{2C7BAA10-23BD-05F3-B032-AD2420447DA0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10-22T02:23:34.401" v="13107"/>
        <pc:sldMkLst>
          <pc:docMk/>
          <pc:sldMk cId="2037759464" sldId="369"/>
        </pc:sldMkLst>
        <pc:spChg chg="mod">
          <ac:chgData name="Simon Fong" userId="0989948daaec8292" providerId="LiveId" clId="{F12E0490-60F3-4147-9D04-93D87D41D5A0}" dt="2026-10-22T02:18:03.179" v="13088" actId="207"/>
          <ac:spMkLst>
            <pc:docMk/>
            <pc:sldMk cId="2037759464" sldId="369"/>
            <ac:spMk id="5" creationId="{FCFFCBF7-FE75-AE27-2045-C44101088BD7}"/>
          </ac:spMkLst>
        </pc:spChg>
        <pc:spChg chg="mod">
          <ac:chgData name="Simon Fong" userId="0989948daaec8292" providerId="LiveId" clId="{F12E0490-60F3-4147-9D04-93D87D41D5A0}" dt="2026-10-22T01:23:42.004" v="12582"/>
          <ac:spMkLst>
            <pc:docMk/>
            <pc:sldMk cId="2037759464" sldId="369"/>
            <ac:spMk id="21" creationId="{66C9C005-FA52-448E-ACD3-F801D0E9DA66}"/>
          </ac:spMkLst>
        </pc:spChg>
      </pc:sldChg>
      <pc:sldChg chg="delSp modSp add mod modTransition addAnim delAnim modAnim">
        <pc:chgData name="Simon Fong" userId="0989948daaec8292" providerId="LiveId" clId="{F12E0490-60F3-4147-9D04-93D87D41D5A0}" dt="2026-10-22T02:18:27.897" v="13099"/>
        <pc:sldMkLst>
          <pc:docMk/>
          <pc:sldMk cId="390275752" sldId="370"/>
        </pc:sldMkLst>
        <pc:spChg chg="mod">
          <ac:chgData name="Simon Fong" userId="0989948daaec8292" providerId="LiveId" clId="{F12E0490-60F3-4147-9D04-93D87D41D5A0}" dt="2026-10-22T01:26:38.438" v="12650" actId="207"/>
          <ac:spMkLst>
            <pc:docMk/>
            <pc:sldMk cId="390275752" sldId="370"/>
            <ac:spMk id="5" creationId="{F7791108-7664-E113-6D70-608BFC6EC011}"/>
          </ac:spMkLst>
        </pc:spChg>
        <pc:spChg chg="mod">
          <ac:chgData name="Simon Fong" userId="0989948daaec8292" providerId="LiveId" clId="{F12E0490-60F3-4147-9D04-93D87D41D5A0}" dt="2026-10-22T01:25:37.900" v="12624" actId="20577"/>
          <ac:spMkLst>
            <pc:docMk/>
            <pc:sldMk cId="390275752" sldId="370"/>
            <ac:spMk id="21" creationId="{0ED9E40A-9860-60B7-333F-386C0015A948}"/>
          </ac:spMkLst>
        </pc:spChg>
        <pc:picChg chg="del">
          <ac:chgData name="Simon Fong" userId="0989948daaec8292" providerId="LiveId" clId="{F12E0490-60F3-4147-9D04-93D87D41D5A0}" dt="2026-10-22T01:25:32.918" v="12618" actId="478"/>
          <ac:picMkLst>
            <pc:docMk/>
            <pc:sldMk cId="390275752" sldId="370"/>
            <ac:picMk id="4" creationId="{AD865109-E96D-70B3-02E6-6B3901F0AAB2}"/>
          </ac:picMkLst>
        </pc:picChg>
      </pc:sldChg>
      <pc:sldMasterChg chg="setBg modSldLayout">
        <pc:chgData name="Simon Fong" userId="0989948daaec8292" providerId="LiveId" clId="{F12E0490-60F3-4147-9D04-93D87D41D5A0}" dt="2026-10-20T23:45:54.116" v="5417"/>
        <pc:sldMasterMkLst>
          <pc:docMk/>
          <pc:sldMasterMk cId="1665112790" sldId="2147483759"/>
        </pc:sldMasterMkLst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97200525" sldId="214748376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222384926" sldId="2147483761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24830979" sldId="2147483762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336630391" sldId="2147483763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36070296" sldId="2147483764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17942018" sldId="2147483765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88594335" sldId="2147483766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224422293" sldId="2147483767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828374964" sldId="2147483768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446437269" sldId="2147483769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096441000" sldId="214748377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697300382" sldId="21474837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5C3641-D97D-4221-8E4A-4CE191803EE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943C2D-F906-40B9-A627-61546CDC67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686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056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Hours after the attack, The platform administrator starts the scheduled routine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0976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 recent sessions share the same workload identity. The administrator checks whether this activity matches the application's expected behavior.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8922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A6715-B592-7938-6B8A-EF35B203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12E83-B180-C24C-8F5D-772028EF5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E08A3F-DE50-637F-AB61-2D34DB14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event identifies the service account, its namespace, and the IAM role it assumed.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0D06-2FFC-6F91-5968-FF2916904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094403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9B64-EB64-E65B-B447-B39E82A13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B4C95B-98BE-52C0-D1C1-855882AAF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B43B8-3839-3D79-EB1A-5CF684767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Routine review reveals an unexpected activity that requires investigation. Next, the administrator traces the source and checks what each session accessed.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DA0411-9331-C9D5-F137-C1A287C85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07792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0879-3ADD-05B7-E756-B268CE0B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F22B45-2922-C99D-371D-2D301CEC47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88647-D4A0-7892-C7AA-E9233B92F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source IP matches the cluster's NAT gateway. This points to shared cluster egress, but does not identify a specific pod.</a:t>
            </a:r>
          </a:p>
          <a:p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7FFBB-D524-FB4E-5FF8-B41F55F753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3343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3B246-0403-8533-908A-758D5F055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72737F-E7AE-D305-C2B5-88E3D7747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B2B96-2C21-AE3A-4BDE-E40C09CD46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Session lookups reveal secret discovery and two reads of the same lab RDS credential within four minutes.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715AB-29B3-F8CC-7013-C5E7C9E11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13746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7B274-321B-2056-6EBA-435CA338D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15135-01C0-AB9B-9714-705BB923E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399BC-90E0-3CEE-A016-33DEB8E7C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source IP matches the cluster's NAT gateway. This points to shared cluster egress, but does not identify a specific pod.</a:t>
            </a:r>
          </a:p>
          <a:p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B8B4A-52C8-1EBF-3BB7-616393546C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4150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4A354-3248-0B8E-8045-4204871A2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352F6E-D928-FCEE-A0DF-5E622225C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A5357-96E6-5ACE-2F3C-728897593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administrator locates the pod using this service account, then checks its logs against the AWS activity.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F139B-3BF4-758D-0743-A2F07093CD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12571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962F2-AA79-D7ED-A4F8-2815B600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830121-099F-3D42-5850-E0DF0D837D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4F47D-3E1E-E01A-1513-5F504065F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Matching session keys and timestamps connect the AWS activity to the pod. Its error output contains the secret value.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67C5E6-6AA5-3B3E-BBE6-006290A0A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649958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26578-C4C8-9FB6-7921-BABC536D6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6C700C-D725-FE26-BF29-48C6A0C30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2442B-8E72-F555-EFE2-DBB0EB98B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CloudTrail and pod logs confirm the breach. The administrator now preserves evidence and limits the compromised pod's access.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94DC1-9F3D-FC70-3363-52FE4553C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25245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9AE3B-EA7E-74FD-8238-0DC2354A0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7CD63-5A96-7DFD-2426-F8FB06742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083F61-6315-B3E5-63E7-291154967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administrator pauses automatic sync. so GitOps does not undo the containment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D00A3D-98D1-C331-FA11-B600F8F76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845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A0B50-8F99-B31E-5016-53A8234B4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EB9A5-D478-6AE3-69DD-D5EB621E14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9B80B-E2BE-4CF1-1ADE-D28D8827E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administrator saves logs, workload details, events, and token claims while keeping the original pod available for investigation.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FFB5D-BD2F-EBB7-E9D0-5185C7CAA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325154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F7F5F-BE61-6B16-6722-DAF9FF03A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FDA97-2C9B-C22B-B2A4-90D53D4194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7DFF1-445D-AABE-1783-1A5C289F4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Relabeling removes the Service selector match. The administrator applies the quarantine policy.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F3EC1-DC9C-65FE-9EDB-63888843D1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55165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9EA4-0FB3-794B-21E1-9A43D7C7C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823AA-D7C0-9A11-986D-074CD3B31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94AFA0-4654-4D33-A5FE-21A9CC5A1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Cordoning prevents ordinary new scheduling on the hosting node.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39710-E910-9D37-77BA-4DD03D87D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381857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EF3E-87DF-8F20-E435-D5957BA3E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CA643-EBFA-B2BC-7776-45204895B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C4B65-CB26-995A-7CD2-B9A2EF567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report records the breach and containment actions. Cloud owners must address the exposed credential and any remaining session access.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9FB72-D097-BB2B-B352-A8A35B5374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687743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8FCE1-C42B-FB96-C843-F734C905D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54C57-BBB0-51C1-3F88-2E70A08B8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6CB927-73C0-2131-F041-CDAD42C6FF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administrator connects the evidence, quarantines the pod, and escalates credential cleanup. Permanent remediation still requires further 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76349-C593-689D-C9AA-0BE201462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21025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AACD5-DC11-D1A9-E1CA-8171F46A1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282B9-EAD1-FDDD-C6B3-A358EF8611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21EF4-AFD5-1372-2A22-2D5E3B4E3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administrator has contained the compromised pod and report the incident. Next, we switch to the security specialist’s perspective to harden the EKS.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E3020-7B8B-C2E9-C305-29E3B0A9C6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84843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5AC95-1BD0-D5BD-EA4D-95B89C696D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D8CB8-79C7-2A96-8FAF-B2D5C0A42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6AFEB-571D-41CA-974B-28509E9C5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D71D7-7D5B-1EC6-57D7-7616BBE12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05ECD-4F3E-73B7-2AB0-6D5BE3C48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7200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D7BB3-50A4-58AB-7B02-490FD5219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1A38-8669-C39C-9E6B-316DA0D5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EDF95-B307-51F8-DECF-B44CB1E23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C2871-1325-059D-530B-BDD25B28D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21911-4B6E-FECE-011E-251CD03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384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82F06-A1E8-36F1-B94A-DE1BDB652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A934A-FB4E-6879-B7A6-98571447E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4FC4E-5642-A56D-D15E-25E8C85F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C825-6A32-ED7A-9767-D5B047A8A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8BB5D-FB5A-74F7-11ED-3E755F6E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4830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855B0-1F3D-F4A0-5BEF-F606A2D0E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C31B-767A-5897-44BA-2141F12D2C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E4D79-D1C2-877D-7139-336285B70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89AD9-8F82-9567-2F92-B2F739AEA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52D390-516F-E604-8197-6373E12B2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56101-EB47-9389-2DC0-49B79192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66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CBFB-0E08-C0A4-43C6-ECC960378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E745B-0100-FE43-2418-8939A2392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56A66-37B4-01ED-0F07-41AEAD41C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3356B7-A3C2-442B-204E-D8A947937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6D2C3B-813A-A445-C5C9-30DD7B377F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BE522A-2184-DE56-6F0A-62ADC664F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9B07E5-08F2-C9C7-AB46-F1F16F4E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1CD104-DA67-5D73-435F-7AB99EEA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607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B5C52-7A09-0581-9E28-732BC7923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A3864-EE81-E1A8-3FCA-940C6939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BEC60-E73E-F4B8-34FF-2032196D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F1D31-7C61-08F2-BF32-EBC19B383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4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AEF73-FC3A-3E23-FF03-04DEEB77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DE635-FE03-F8C6-8C63-39BA23F49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7996D-ECAC-0E7A-BAA0-30DF429D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594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7600-46BA-310F-E840-9FD891EEC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B522-C0B2-C9D4-69A4-5BAC0C9B0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AB4AD-89D5-0560-F415-7AD941131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1AE0E2-53FB-FC0C-6FFC-6DA548AA5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29A5F-B066-AE3A-B101-711442577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D923F-377C-633F-EF98-CF9B4C061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4422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9B2FF-FAE7-0DDB-F193-9DEAD97E1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7DE531-9654-C3AA-8EA8-0A57169E90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B3564-784E-E424-7BF5-A422D65E5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29DF2-58F8-C2E1-7BD8-D6C32B9B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E5B1B-4EFF-8334-361C-4507751D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7B532-7C88-2DAB-E4E4-09B891BB6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374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E18F-448A-8DA0-FC0A-C6232609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8D12E-D5C3-7905-2927-162149488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E81EC-713F-5DB0-8215-699C20167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A6A23-ABB2-7851-EC95-59594BA7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9B78B-DA71-6C99-CD79-3FC70DA91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43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4A6BA-98E5-7EA2-46CE-8810EFA2AC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40F95B-13B5-ACFE-983A-DA8BE63128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A19D3-F465-12BE-2F21-25B74CB59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E0B5-284B-ADA6-80A7-C539A76FA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3CB72-1206-FAD7-23C6-89B720588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6441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961397C-706D-4EB8-B1E1-D1B680D284C3}" type="datetime1">
              <a:rPr lang="en-US" smtClean="0"/>
              <a:t>10/23/2026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3003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alphaModFix amt="8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D21B6B-3277-7B3E-D636-D9AFF1E28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F435F-36AF-313C-7FA1-017B05742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1C9C-270A-4951-1EAA-61A2E2634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94C93-997A-BD0B-48F6-10EF316F80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DE3BB-45FF-070C-2C0C-02C6FC0BC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511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158F0ED-9F1D-EFEC-3544-41B5BB8F4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7" r="7867"/>
          <a:stretch/>
        </p:blipFill>
        <p:spPr>
          <a:xfrm flipH="1"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B66FF80-661C-B63A-31A9-41C8E14A7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931417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React2Shell on Amazon EKS</a:t>
            </a:r>
          </a:p>
        </p:txBody>
      </p:sp>
      <p:sp>
        <p:nvSpPr>
          <p:cNvPr id="24" name="Subtitle 23">
            <a:extLst>
              <a:ext uri="{FF2B5EF4-FFF2-40B4-BE49-F238E27FC236}">
                <a16:creationId xmlns:a16="http://schemas.microsoft.com/office/drawing/2014/main" id="{FFB20242-D968-BFEB-4CC4-53D1AD03B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806289" cy="135939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One vulnerability. Four layers.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Attack. Detect. Harden. Integrate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05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4D4A6-B1DA-E51A-5483-FC1FF3299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FAB4-09B7-EB32-768D-B4308FE8B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 Administrator's Story  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E4947C39-FB44-13AB-6D85-5B4536E612D4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Scenario: 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hours after a </a:t>
            </a:r>
            <a:r>
              <a:rPr lang="en-US" sz="32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breach in an EKS cluster.</a:t>
            </a: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platform administrator starts the scheduled </a:t>
            </a:r>
            <a:r>
              <a:rPr lang="en-CA" sz="32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routine review 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746039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4CB25-09C9-33D4-9E1F-FFF42362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3B02FF7-99F7-FDB7-1FB2-ACCCF640C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Routine Review: CloudTrail Sessions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7C1331-EFAD-8170-5D75-846B2AD91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9C661C2C-42CF-042C-526F-FF6ADD97022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 recent sessions warrant investigation.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Same workload identity.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Event: </a:t>
            </a:r>
            <a:r>
              <a:rPr lang="en-US" sz="2400" dirty="0" err="1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AssumeRoleWithWebIdentity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Four sessions within four minutes</a:t>
            </a:r>
            <a:endParaRPr lang="en-CA" sz="24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91A172-9A90-EBDF-B11F-89FF709854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148" b="30033"/>
          <a:stretch>
            <a:fillRect/>
          </a:stretch>
        </p:blipFill>
        <p:spPr>
          <a:xfrm>
            <a:off x="355249" y="3208283"/>
            <a:ext cx="9102014" cy="337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95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75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40CE9-1DF3-523D-D145-F4769EDF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95AA2652-E4FE-90A0-B535-A88153F01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Routine Review: Workload Identity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FF714-7749-41AD-11A0-78AE928D51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B16619F-43D0-A37C-B795-5857B441898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full event identifies the workload.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IAM role: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react2shell-eks-insecure-pod-irsa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Namespace: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service account: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CA" sz="24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9B8CB6-3F21-E154-2434-2BF1496C77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64" r="12102" b="16483"/>
          <a:stretch>
            <a:fillRect/>
          </a:stretch>
        </p:blipFill>
        <p:spPr>
          <a:xfrm>
            <a:off x="365760" y="2417381"/>
            <a:ext cx="8000475" cy="421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77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1000">
        <p159:morph option="byObject"/>
      </p:transition>
    </mc:Choice>
    <mc:Fallback xmlns=""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D8D6B-3B11-41F3-ED92-A70E9518A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D3FBF3C-B66C-200D-A887-99901987B2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Routine Review: 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A346B7-508D-11D9-1B9E-EC37BB835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481C3462-A648-0CA7-73C5-439870A5DE04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Unexpected AWS activity uses the 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</a:t>
            </a: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service account identity.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source and accessed resources 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need investigation</a:t>
            </a: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trace the activity.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sz="24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939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25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FA915-839A-B4CE-D82F-024B8FA0F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9882648-9762-1483-3CEA-6C41BF3B7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Investigation: Source 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A4D291-A18C-D11E-4017-07163295D6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F0C06953-F12E-ADFB-C65A-9D0A03A13B69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source IP matches cluster egress.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Source IP: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16.54.55.36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Matches the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EKS environment's NAT gateway</a:t>
            </a: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5635D-66DE-880D-0687-A7E0323A26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4" r="29457" b="35730"/>
          <a:stretch>
            <a:fillRect/>
          </a:stretch>
        </p:blipFill>
        <p:spPr>
          <a:xfrm>
            <a:off x="365760" y="2862151"/>
            <a:ext cx="11058214" cy="153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18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5FCC4-B056-35EE-3ED1-A91FF664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E734685-880D-D3F1-A977-3DC0A8655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Investigation: Accessed Resources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409DC1-BDF0-470A-C79A-D82EE0CFE1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D937263-7297-6B67-D20E-465FE428610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reads of the same cloud secret.</a:t>
            </a:r>
            <a:endParaRPr lang="en-US" sz="24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CA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C121CC-EB46-09BB-1AA9-CF80F62F8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9403055"/>
              </p:ext>
            </p:extLst>
          </p:nvPr>
        </p:nvGraphicFramePr>
        <p:xfrm>
          <a:off x="365760" y="1689675"/>
          <a:ext cx="10972800" cy="2762250"/>
        </p:xfrm>
        <a:graphic>
          <a:graphicData uri="http://schemas.openxmlformats.org/drawingml/2006/table">
            <a:tbl>
              <a:tblPr/>
              <a:tblGrid>
                <a:gridCol w="2143125">
                  <a:extLst>
                    <a:ext uri="{9D8B030D-6E8A-4147-A177-3AD203B41FA5}">
                      <a16:colId xmlns:a16="http://schemas.microsoft.com/office/drawing/2014/main" val="3819196942"/>
                    </a:ext>
                  </a:extLst>
                </a:gridCol>
                <a:gridCol w="4185920">
                  <a:extLst>
                    <a:ext uri="{9D8B030D-6E8A-4147-A177-3AD203B41FA5}">
                      <a16:colId xmlns:a16="http://schemas.microsoft.com/office/drawing/2014/main" val="1372493521"/>
                    </a:ext>
                  </a:extLst>
                </a:gridCol>
                <a:gridCol w="4643755">
                  <a:extLst>
                    <a:ext uri="{9D8B030D-6E8A-4147-A177-3AD203B41FA5}">
                      <a16:colId xmlns:a16="http://schemas.microsoft.com/office/drawing/2014/main" val="165791749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2100" b="1" dirty="0">
                          <a:solidFill>
                            <a:srgbClr val="76C9F1"/>
                          </a:solidFill>
                          <a:latin typeface="Arial"/>
                          <a:ea typeface="Arial"/>
                          <a:cs typeface="Arial"/>
                        </a:rPr>
                        <a:t>Time</a:t>
                      </a:r>
                    </a:p>
                  </a:txBody>
                  <a:tcPr anchor="ctr">
                    <a:lnL w="9525">
                      <a:solidFill>
                        <a:srgbClr val="354456"/>
                      </a:solidFill>
                      <a:prstDash val="soli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>
                      <a:solidFill>
                        <a:srgbClr val="354456"/>
                      </a:solidFill>
                      <a:prstDash val="soli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83A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 dirty="0">
                          <a:solidFill>
                            <a:srgbClr val="76C9F1"/>
                          </a:solidFill>
                          <a:latin typeface="Arial"/>
                          <a:ea typeface="Arial"/>
                          <a:cs typeface="Arial"/>
                        </a:rPr>
                        <a:t>Action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>
                      <a:solidFill>
                        <a:srgbClr val="354456"/>
                      </a:solidFill>
                      <a:prstDash val="soli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83A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76C9F1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>
                      <a:solidFill>
                        <a:srgbClr val="354456"/>
                      </a:solidFill>
                      <a:prstDash val="soli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83A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797944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00:10:36</a:t>
                      </a:r>
                    </a:p>
                  </a:txBody>
                  <a:tcPr anchor="ctr">
                    <a:lnL w="9525">
                      <a:solidFill>
                        <a:srgbClr val="354456"/>
                      </a:solidFill>
                      <a:prstDash val="soli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dirty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ListSecrets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Secret discovery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2354237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00:10:45</a:t>
                      </a:r>
                    </a:p>
                  </a:txBody>
                  <a:tcPr anchor="ctr">
                    <a:lnL w="9525">
                      <a:solidFill>
                        <a:srgbClr val="354456"/>
                      </a:solidFill>
                      <a:prstDash val="soli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dirty="0" err="1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GetSecretValue</a:t>
                      </a:r>
                      <a:endParaRPr sz="2100" b="0" dirty="0">
                        <a:solidFill>
                          <a:srgbClr val="F4F7FA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dirty="0">
                          <a:solidFill>
                            <a:srgbClr val="FFC000"/>
                          </a:solidFill>
                          <a:latin typeface="Arial"/>
                          <a:ea typeface="Arial"/>
                          <a:cs typeface="Arial"/>
                        </a:rPr>
                        <a:t>RDS credential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339374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00:14:21</a:t>
                      </a:r>
                    </a:p>
                  </a:txBody>
                  <a:tcPr anchor="ctr">
                    <a:lnL w="9525">
                      <a:solidFill>
                        <a:srgbClr val="354456"/>
                      </a:solidFill>
                      <a:prstDash val="soli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GetSecretValue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dirty="0">
                          <a:solidFill>
                            <a:srgbClr val="FFC000"/>
                          </a:solidFill>
                          <a:latin typeface="Arial"/>
                          <a:ea typeface="Arial"/>
                          <a:cs typeface="Arial"/>
                        </a:rPr>
                        <a:t>Same credential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505686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00:14:25</a:t>
                      </a:r>
                    </a:p>
                  </a:txBody>
                  <a:tcPr anchor="ctr">
                    <a:lnL w="9525">
                      <a:solidFill>
                        <a:srgbClr val="354456"/>
                      </a:solidFill>
                      <a:prstDash val="soli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ListSecrets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dirty="0">
                          <a:solidFill>
                            <a:srgbClr val="F4F7FA"/>
                          </a:solidFill>
                          <a:latin typeface="Arial"/>
                          <a:ea typeface="Arial"/>
                          <a:cs typeface="Arial"/>
                        </a:rPr>
                        <a:t>Secret discovery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354456"/>
                      </a:solidFill>
                      <a:prstDash val="solid"/>
                    </a:lnR>
                    <a:lnT w="9525" cap="flat" cmpd="sng" algn="ctr">
                      <a:solidFill>
                        <a:srgbClr val="3544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354456"/>
                      </a:solidFill>
                      <a:prstDash val="solid"/>
                    </a:lnB>
                    <a:solidFill>
                      <a:srgbClr val="101D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09212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3231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1DE61-213C-B618-616A-3E60EAC52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1F989F5-4DD6-CA89-B94D-ACBD36949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Investigation: Accessed Resources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637298-880E-D30E-AC11-CBAA0D678A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E9113683-13B1-0D01-D6B0-10021ED6CFD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Event lookup</a:t>
            </a:r>
            <a:endParaRPr lang="en-US" sz="24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CA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41CB9E-3136-1775-6DE5-29E270DE7D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9" b="94"/>
          <a:stretch>
            <a:fillRect/>
          </a:stretch>
        </p:blipFill>
        <p:spPr>
          <a:xfrm>
            <a:off x="497840" y="1461966"/>
            <a:ext cx="9580880" cy="5396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090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A977F-5D3F-FE3B-89B3-1FA243885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A4FCECA6-66DC-BE43-A72E-91656B3A4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Investigation: Locate the Pod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05D032-F3AE-F6BC-5ACB-10FAA7CCC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C3DF611-88DA-8CD4-705C-FC539B6E230D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 pods using service account </a:t>
            </a:r>
            <a:r>
              <a:rPr lang="en-US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</a:t>
            </a: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- Matching pod: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react2shell-6d4d4db59d-xwtxq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- Compare its logs with the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CloudTrail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sessions.  </a:t>
            </a:r>
          </a:p>
        </p:txBody>
      </p:sp>
    </p:spTree>
    <p:extLst>
      <p:ext uri="{BB962C8B-B14F-4D97-AF65-F5344CB8AC3E}">
        <p14:creationId xmlns:p14="http://schemas.microsoft.com/office/powerpoint/2010/main" val="30140920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3A794-9231-1D19-35A4-A7A44C1E9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7AE9C4F-07FC-4C14-3150-24D82264B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Investigation: Pod Logs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DFFAD5-5F04-5F8E-B006-3D7805F1A4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5E14342-C30B-B85F-F682-881F2F88C89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Pod logs confirm secret exposure.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Timestamps align with </a:t>
            </a:r>
            <a:r>
              <a:rPr lang="en-US" dirty="0" err="1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GetSecretValue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Error digest contains the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secret value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FF4519-EFF3-1C51-A601-33CA0FF4FB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398"/>
          <a:stretch>
            <a:fillRect/>
          </a:stretch>
        </p:blipFill>
        <p:spPr>
          <a:xfrm>
            <a:off x="155904" y="3008458"/>
            <a:ext cx="11880192" cy="2650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875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5404C-AA20-229D-B052-5ED4EDABE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D5AC31B-3D50-11D5-6813-662410ABF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Investigation: 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E67773-35B9-CBF1-8C1D-D2B789EABF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7CE81FF4-820B-DA9C-D2EB-BB610C0B9C7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evidence confirms a breach.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CloudTrail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records successful secret access.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Pod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contain the matching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session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secret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output.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2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preserve evidence and contain the pod.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938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1000">
        <p159:morph option="byObject"/>
      </p:transition>
    </mc:Choice>
    <mc:Fallback xmlns=""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42BB5-40F9-3224-54A6-AE4B53882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6D9CAB4-9021-E658-52C1-29CD15311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Containment: Pause GitOps Reconciliation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F573BC-8FED-CDC1-3F13-534C1FE2CE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46690361-B4A0-378A-769B-5700CBE3DDE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Disable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Argo CD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auto-sync.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4B5A8-3337-0E9F-77AD-516D7B9FE5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07" y="1940665"/>
            <a:ext cx="10927968" cy="2976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283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57C0-201A-B037-0423-FB8BB8331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9B965DA-85CD-BEAF-A30D-0FF98C18D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Containment: Preserve Evidence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6F34C-614A-8A79-1F72-2AC967A59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4C62939E-808A-CF29-D657-F70931C29AA0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Capture evidence before disruptive changes.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Timestamped pod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Pod specification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Kubernetes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events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Decoded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token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claims for identity correlation.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52FCE4-BFB8-C36A-2A6A-96B70298B5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5760" y="3429000"/>
            <a:ext cx="10927968" cy="2707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145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5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C7043-FEB8-60FB-4D05-564639A8D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A56FD3A5-050F-3DEE-DDB7-E8206667F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Containment: Network Quarantine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2551F1-3115-16D7-F349-6E68DDAF6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B98B28E-8686-4568-74ED-69FE580C2BD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Keep the compromised pod running while limiting its access.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Relabel it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app=quarantined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remove the Service selector match.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Apply a quarantine </a:t>
            </a:r>
            <a:r>
              <a:rPr lang="en-US" dirty="0" err="1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NetworkPolicy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with no ingress or egress rules.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409AFD-A735-C435-6E1A-FC10E67872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5760" y="2819400"/>
            <a:ext cx="10857587" cy="384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67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039B-C512-F6EB-B068-B7F25BBF7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713279F-ABCD-B09F-E503-0FC03E758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US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Containment: Cordon the Hosting Node</a:t>
            </a:r>
            <a:endParaRPr lang="en-CA" sz="48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7133A3-A50A-0B53-1680-D3DDB426F2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9840040A-A3B1-8E53-2EFC-52B92947A5A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Mark the node </a:t>
            </a:r>
            <a:r>
              <a:rPr lang="en-US" dirty="0" err="1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unschedulable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Leave existing pods running for investigation.</a:t>
            </a:r>
          </a:p>
        </p:txBody>
      </p:sp>
    </p:spTree>
    <p:extLst>
      <p:ext uri="{BB962C8B-B14F-4D97-AF65-F5344CB8AC3E}">
        <p14:creationId xmlns:p14="http://schemas.microsoft.com/office/powerpoint/2010/main" val="2928084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6000">
        <p159:morph option="byObject"/>
      </p:transition>
    </mc:Choice>
    <mc:Fallback xmlns="">
      <p:transition spd="slow" advClick="0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C0D30-6839-ECD0-8CE3-B82A4516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D76C571-828D-D385-B034-E3829FED7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US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Report and Escalation</a:t>
            </a:r>
            <a:endParaRPr lang="en-CA" sz="48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AC1946-B741-B848-91DA-B4EAF97282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DBD33DF-1A56-015C-4D6A-1FF693D4BCE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Report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findings and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escalate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cloud credential rotation.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Rotate the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disclosed credential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Revoke any still-active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compromised sessions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Restrict the workload's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IAM access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70512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9000">
        <p159:morph option="byObject"/>
      </p:transition>
    </mc:Choice>
    <mc:Fallback xmlns="">
      <p:transition spd="slow" advClick="0" advTm="9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E3E85-17C4-F5CC-6A26-9934A230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6C9C005-FA52-448E-ACD3-F801D0E9D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US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Response Summary</a:t>
            </a:r>
            <a:endParaRPr lang="en-CA" sz="48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4D574A-3095-F94D-C3CD-345682E1C9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FCFFCBF7-FE75-AE27-2045-C44101088BD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CloudTrail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workload and secret access.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Pod logs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confirm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activity to the application.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Evidence collection and quarantine support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containment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Escalation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assigns the remaining credential cleanup.</a:t>
            </a:r>
          </a:p>
        </p:txBody>
      </p:sp>
    </p:spTree>
    <p:extLst>
      <p:ext uri="{BB962C8B-B14F-4D97-AF65-F5344CB8AC3E}">
        <p14:creationId xmlns:p14="http://schemas.microsoft.com/office/powerpoint/2010/main" val="2037759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4D11A-A8E9-53CA-BFB6-2B16B92D3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ED9E40A-9860-60B7-333F-386C0015A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8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Comes Next?</a:t>
            </a:r>
            <a:endParaRPr lang="en-CA" sz="48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F7791108-7664-E113-6D70-608BFC6EC01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pod is quarantined.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does EKS cluster prevent the next breach?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be continued: </a:t>
            </a:r>
            <a:r>
              <a:rPr lang="en-US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Hardening EKS</a:t>
            </a:r>
          </a:p>
        </p:txBody>
      </p:sp>
    </p:spTree>
    <p:extLst>
      <p:ext uri="{BB962C8B-B14F-4D97-AF65-F5344CB8AC3E}">
        <p14:creationId xmlns:p14="http://schemas.microsoft.com/office/powerpoint/2010/main" val="3902757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1979</TotalTime>
  <Words>856</Words>
  <Application>Microsoft Office PowerPoint</Application>
  <PresentationFormat>Widescreen</PresentationFormat>
  <Paragraphs>126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Consolas</vt:lpstr>
      <vt:lpstr>Wingdings</vt:lpstr>
      <vt:lpstr>Office Theme</vt:lpstr>
      <vt:lpstr>React2Shell on Amazon EKS</vt:lpstr>
      <vt:lpstr>An Administrator's Story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Fong</dc:creator>
  <cp:lastModifiedBy>Simon Fong</cp:lastModifiedBy>
  <cp:revision>1</cp:revision>
  <dcterms:created xsi:type="dcterms:W3CDTF">2026-08-28T02:42:08Z</dcterms:created>
  <dcterms:modified xsi:type="dcterms:W3CDTF">2026-10-23T20:29:45Z</dcterms:modified>
</cp:coreProperties>
</file>