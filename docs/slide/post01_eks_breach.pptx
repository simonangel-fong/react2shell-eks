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29"/>
  </p:notesMasterIdLst>
  <p:sldIdLst>
    <p:sldId id="256" r:id="rId2"/>
    <p:sldId id="354" r:id="rId3"/>
    <p:sldId id="331" r:id="rId4"/>
    <p:sldId id="333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6" r:id="rId24"/>
    <p:sldId id="357" r:id="rId25"/>
    <p:sldId id="358" r:id="rId26"/>
    <p:sldId id="359" r:id="rId27"/>
    <p:sldId id="36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4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388DFC-2480-48D6-ACA5-3B253BE164C6}" v="5682" dt="2026-10-23T20:28:44.8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158" autoAdjust="0"/>
  </p:normalViewPr>
  <p:slideViewPr>
    <p:cSldViewPr snapToGrid="0">
      <p:cViewPr varScale="1">
        <p:scale>
          <a:sx n="63" d="100"/>
          <a:sy n="63" d="100"/>
        </p:scale>
        <p:origin x="7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Fong" userId="0989948daaec8292" providerId="LiveId" clId="{F12E0490-60F3-4147-9D04-93D87D41D5A0}"/>
    <pc:docChg chg="undo redo custSel addSld delSld modSld sldOrd modMainMaster">
      <pc:chgData name="Simon Fong" userId="0989948daaec8292" providerId="LiveId" clId="{F12E0490-60F3-4147-9D04-93D87D41D5A0}" dt="2026-10-23T20:28:44.836" v="11837"/>
      <pc:docMkLst>
        <pc:docMk/>
      </pc:docMkLst>
      <pc:sldChg chg="addSp delSp modSp new mod modTransition setBg modClrScheme addAnim delAnim modAnim setClrOvrMap delDesignElem chgLayout">
        <pc:chgData name="Simon Fong" userId="0989948daaec8292" providerId="LiveId" clId="{F12E0490-60F3-4147-9D04-93D87D41D5A0}" dt="2026-10-23T20:28:44.836" v="11837"/>
        <pc:sldMkLst>
          <pc:docMk/>
          <pc:sldMk cId="500054961" sldId="256"/>
        </pc:sldMkLst>
        <pc:spChg chg="mod">
          <ac:chgData name="Simon Fong" userId="0989948daaec8292" providerId="LiveId" clId="{F12E0490-60F3-4147-9D04-93D87D41D5A0}" dt="2026-10-20T22:34:54.386" v="4425"/>
          <ac:spMkLst>
            <pc:docMk/>
            <pc:sldMk cId="500054961" sldId="256"/>
            <ac:spMk id="22" creationId="{0B66FF80-661C-B63A-31A9-41C8E14A7664}"/>
          </ac:spMkLst>
        </pc:spChg>
        <pc:spChg chg="mod">
          <ac:chgData name="Simon Fong" userId="0989948daaec8292" providerId="LiveId" clId="{F12E0490-60F3-4147-9D04-93D87D41D5A0}" dt="2026-10-23T20:28:44.836" v="11837"/>
          <ac:spMkLst>
            <pc:docMk/>
            <pc:sldMk cId="500054961" sldId="256"/>
            <ac:spMk id="24" creationId="{FFB20242-D968-BFEB-4CC4-53D1AD03BDE0}"/>
          </ac:spMkLst>
        </pc:spChg>
        <pc:picChg chg="add mod ord">
          <ac:chgData name="Simon Fong" userId="0989948daaec8292" providerId="LiveId" clId="{F12E0490-60F3-4147-9D04-93D87D41D5A0}" dt="2026-10-20T22:34:34.354" v="4422" actId="14826"/>
          <ac:picMkLst>
            <pc:docMk/>
            <pc:sldMk cId="500054961" sldId="256"/>
            <ac:picMk id="32" creationId="{7158F0ED-9F1D-EFEC-3544-41B5BB8F4EAA}"/>
          </ac:picMkLst>
        </pc:picChg>
      </pc:sldChg>
      <pc:sldChg chg="addSp delSp modSp add mod modTransition setBg addAnim delAnim modAnim">
        <pc:chgData name="Simon Fong" userId="0989948daaec8292" providerId="LiveId" clId="{F12E0490-60F3-4147-9D04-93D87D41D5A0}" dt="2026-10-21T18:52:23.940" v="11643"/>
        <pc:sldMkLst>
          <pc:docMk/>
          <pc:sldMk cId="1681895122" sldId="331"/>
        </pc:sldMkLst>
        <pc:spChg chg="mod">
          <ac:chgData name="Simon Fong" userId="0989948daaec8292" providerId="LiveId" clId="{F12E0490-60F3-4147-9D04-93D87D41D5A0}" dt="2026-10-21T12:40:59.055" v="10689" actId="20577"/>
          <ac:spMkLst>
            <pc:docMk/>
            <pc:sldMk cId="1681895122" sldId="331"/>
            <ac:spMk id="5" creationId="{9C661C2C-42CF-042C-526F-FF6ADD970227}"/>
          </ac:spMkLst>
        </pc:spChg>
        <pc:spChg chg="mod">
          <ac:chgData name="Simon Fong" userId="0989948daaec8292" providerId="LiveId" clId="{F12E0490-60F3-4147-9D04-93D87D41D5A0}" dt="2026-10-21T12:40:52.004" v="10688" actId="2085"/>
          <ac:spMkLst>
            <pc:docMk/>
            <pc:sldMk cId="1681895122" sldId="331"/>
            <ac:spMk id="21" creationId="{83B02FF7-99F7-FDB7-1FB2-ACCCF640C493}"/>
          </ac:spMkLst>
        </pc:spChg>
        <pc:picChg chg="mod">
          <ac:chgData name="Simon Fong" userId="0989948daaec8292" providerId="LiveId" clId="{F12E0490-60F3-4147-9D04-93D87D41D5A0}" dt="2026-10-20T23:38:28.889" v="5369" actId="14100"/>
          <ac:picMkLst>
            <pc:docMk/>
            <pc:sldMk cId="1681895122" sldId="331"/>
            <ac:picMk id="4" creationId="{DE7C1331-EFAD-8170-5D75-846B2AD91509}"/>
          </ac:picMkLst>
        </pc:picChg>
        <pc:picChg chg="add mod">
          <ac:chgData name="Simon Fong" userId="0989948daaec8292" providerId="LiveId" clId="{F12E0490-60F3-4147-9D04-93D87D41D5A0}" dt="2026-10-21T12:41:19.991" v="10692" actId="1076"/>
          <ac:picMkLst>
            <pc:docMk/>
            <pc:sldMk cId="1681895122" sldId="331"/>
            <ac:picMk id="10" creationId="{F3521340-72EE-8120-5F77-E4F77CBF9C68}"/>
          </ac:picMkLst>
        </pc:picChg>
      </pc:sldChg>
      <pc:sldChg chg="addSp delSp modSp add mod modTransition setBg addAnim delAnim modAnim">
        <pc:chgData name="Simon Fong" userId="0989948daaec8292" providerId="LiveId" clId="{F12E0490-60F3-4147-9D04-93D87D41D5A0}" dt="2026-10-21T18:52:23.940" v="11643"/>
        <pc:sldMkLst>
          <pc:docMk/>
          <pc:sldMk cId="4215080606" sldId="333"/>
        </pc:sldMkLst>
        <pc:spChg chg="mod">
          <ac:chgData name="Simon Fong" userId="0989948daaec8292" providerId="LiveId" clId="{F12E0490-60F3-4147-9D04-93D87D41D5A0}" dt="2026-10-21T12:41:59.232" v="10694" actId="20577"/>
          <ac:spMkLst>
            <pc:docMk/>
            <pc:sldMk cId="4215080606" sldId="333"/>
            <ac:spMk id="5" creationId="{8F83ECEE-842B-5C7A-4B24-15265F3F8B3F}"/>
          </ac:spMkLst>
        </pc:spChg>
        <pc:spChg chg="mod">
          <ac:chgData name="Simon Fong" userId="0989948daaec8292" providerId="LiveId" clId="{F12E0490-60F3-4147-9D04-93D87D41D5A0}" dt="2026-10-21T12:41:55.187" v="10693" actId="2085"/>
          <ac:spMkLst>
            <pc:docMk/>
            <pc:sldMk cId="4215080606" sldId="333"/>
            <ac:spMk id="21" creationId="{08F1DB40-8A87-06B1-26B9-4AFE6CDD26BD}"/>
          </ac:spMkLst>
        </pc:spChg>
        <pc:picChg chg="mod modCrop">
          <ac:chgData name="Simon Fong" userId="0989948daaec8292" providerId="LiveId" clId="{F12E0490-60F3-4147-9D04-93D87D41D5A0}" dt="2026-10-21T12:42:09.463" v="10695" actId="14100"/>
          <ac:picMkLst>
            <pc:docMk/>
            <pc:sldMk cId="4215080606" sldId="333"/>
            <ac:picMk id="10" creationId="{8F10A309-E41C-859A-65B4-82495C1240A6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8:53:11.933" v="11658"/>
        <pc:sldMkLst>
          <pc:docMk/>
          <pc:sldMk cId="1266063993" sldId="335"/>
        </pc:sldMkLst>
        <pc:spChg chg="mod">
          <ac:chgData name="Simon Fong" userId="0989948daaec8292" providerId="LiveId" clId="{F12E0490-60F3-4147-9D04-93D87D41D5A0}" dt="2026-10-21T12:42:39.741" v="10697" actId="20577"/>
          <ac:spMkLst>
            <pc:docMk/>
            <pc:sldMk cId="1266063993" sldId="335"/>
            <ac:spMk id="5" creationId="{113BDD0D-BF04-8D0A-B104-D2F482277D66}"/>
          </ac:spMkLst>
        </pc:spChg>
        <pc:spChg chg="mod">
          <ac:chgData name="Simon Fong" userId="0989948daaec8292" providerId="LiveId" clId="{F12E0490-60F3-4147-9D04-93D87D41D5A0}" dt="2026-10-21T12:42:36.416" v="10696" actId="2085"/>
          <ac:spMkLst>
            <pc:docMk/>
            <pc:sldMk cId="1266063993" sldId="335"/>
            <ac:spMk id="21" creationId="{EB4817D6-47CB-A5A2-9E37-8A167EFE3A0D}"/>
          </ac:spMkLst>
        </pc:spChg>
        <pc:picChg chg="add mod">
          <ac:chgData name="Simon Fong" userId="0989948daaec8292" providerId="LiveId" clId="{F12E0490-60F3-4147-9D04-93D87D41D5A0}" dt="2026-10-21T03:04:52.156" v="9273" actId="1076"/>
          <ac:picMkLst>
            <pc:docMk/>
            <pc:sldMk cId="1266063993" sldId="335"/>
            <ac:picMk id="3" creationId="{1C5C56BD-9398-C32E-CDFF-C169ECC400FF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1T18:54:08.916" v="11668"/>
        <pc:sldMkLst>
          <pc:docMk/>
          <pc:sldMk cId="1291358676" sldId="336"/>
        </pc:sldMkLst>
        <pc:spChg chg="mod">
          <ac:chgData name="Simon Fong" userId="0989948daaec8292" providerId="LiveId" clId="{F12E0490-60F3-4147-9D04-93D87D41D5A0}" dt="2026-10-21T12:43:52.623" v="10705" actId="5793"/>
          <ac:spMkLst>
            <pc:docMk/>
            <pc:sldMk cId="1291358676" sldId="336"/>
            <ac:spMk id="5" creationId="{8A1C8B9D-53F5-4AC6-08AF-FF24D9E94558}"/>
          </ac:spMkLst>
        </pc:spChg>
        <pc:spChg chg="mod">
          <ac:chgData name="Simon Fong" userId="0989948daaec8292" providerId="LiveId" clId="{F12E0490-60F3-4147-9D04-93D87D41D5A0}" dt="2026-10-21T12:43:12.986" v="10698" actId="2085"/>
          <ac:spMkLst>
            <pc:docMk/>
            <pc:sldMk cId="1291358676" sldId="336"/>
            <ac:spMk id="21" creationId="{68585934-AEB4-1965-41C2-E43C6B54E0E7}"/>
          </ac:spMkLst>
        </pc:spChg>
        <pc:picChg chg="mod">
          <ac:chgData name="Simon Fong" userId="0989948daaec8292" providerId="LiveId" clId="{F12E0490-60F3-4147-9D04-93D87D41D5A0}" dt="2026-10-21T03:06:41.603" v="9307" actId="1038"/>
          <ac:picMkLst>
            <pc:docMk/>
            <pc:sldMk cId="1291358676" sldId="336"/>
            <ac:picMk id="3" creationId="{52B6C43A-49CF-5DAC-E54F-66426B5C80C6}"/>
          </ac:picMkLst>
        </pc:picChg>
        <pc:picChg chg="add mod modCrop">
          <ac:chgData name="Simon Fong" userId="0989948daaec8292" providerId="LiveId" clId="{F12E0490-60F3-4147-9D04-93D87D41D5A0}" dt="2026-10-21T00:06:28.544" v="5930" actId="14100"/>
          <ac:picMkLst>
            <pc:docMk/>
            <pc:sldMk cId="1291358676" sldId="336"/>
            <ac:picMk id="6" creationId="{A8E45675-76C8-86C4-14A7-58E8C907D1DB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8:54:44.247" v="11673"/>
        <pc:sldMkLst>
          <pc:docMk/>
          <pc:sldMk cId="396072384" sldId="337"/>
        </pc:sldMkLst>
        <pc:spChg chg="mod">
          <ac:chgData name="Simon Fong" userId="0989948daaec8292" providerId="LiveId" clId="{F12E0490-60F3-4147-9D04-93D87D41D5A0}" dt="2026-10-21T12:44:31.004" v="10707" actId="20577"/>
          <ac:spMkLst>
            <pc:docMk/>
            <pc:sldMk cId="396072384" sldId="337"/>
            <ac:spMk id="5" creationId="{8EC8DDD9-CC9F-AE93-960B-5B2FBC386262}"/>
          </ac:spMkLst>
        </pc:spChg>
        <pc:spChg chg="mod">
          <ac:chgData name="Simon Fong" userId="0989948daaec8292" providerId="LiveId" clId="{F12E0490-60F3-4147-9D04-93D87D41D5A0}" dt="2026-10-21T12:44:26.118" v="10706" actId="2085"/>
          <ac:spMkLst>
            <pc:docMk/>
            <pc:sldMk cId="396072384" sldId="337"/>
            <ac:spMk id="21" creationId="{5586E152-CCD5-3FEC-8843-C4801C9DC223}"/>
          </ac:spMkLst>
        </pc:spChg>
        <pc:picChg chg="mod">
          <ac:chgData name="Simon Fong" userId="0989948daaec8292" providerId="LiveId" clId="{F12E0490-60F3-4147-9D04-93D87D41D5A0}" dt="2026-10-21T03:08:24.725" v="9355" actId="1037"/>
          <ac:picMkLst>
            <pc:docMk/>
            <pc:sldMk cId="396072384" sldId="337"/>
            <ac:picMk id="3" creationId="{64E2470D-C606-3B08-AAD2-1EFFB9EC9667}"/>
          </ac:picMkLst>
        </pc:picChg>
        <pc:picChg chg="add mod modCrop">
          <ac:chgData name="Simon Fong" userId="0989948daaec8292" providerId="LiveId" clId="{F12E0490-60F3-4147-9D04-93D87D41D5A0}" dt="2026-10-21T12:44:39.277" v="10708" actId="1076"/>
          <ac:picMkLst>
            <pc:docMk/>
            <pc:sldMk cId="396072384" sldId="337"/>
            <ac:picMk id="7" creationId="{9FBBA423-E782-8B38-325A-A0247F37820A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8:55:21.935" v="11674"/>
        <pc:sldMkLst>
          <pc:docMk/>
          <pc:sldMk cId="1375253281" sldId="338"/>
        </pc:sldMkLst>
        <pc:spChg chg="mod">
          <ac:chgData name="Simon Fong" userId="0989948daaec8292" providerId="LiveId" clId="{F12E0490-60F3-4147-9D04-93D87D41D5A0}" dt="2026-10-21T12:45:03.431" v="10709" actId="20577"/>
          <ac:spMkLst>
            <pc:docMk/>
            <pc:sldMk cId="1375253281" sldId="338"/>
            <ac:spMk id="5" creationId="{008FEE48-14CF-C57B-A40D-F0338BE0C645}"/>
          </ac:spMkLst>
        </pc:spChg>
        <pc:spChg chg="mod">
          <ac:chgData name="Simon Fong" userId="0989948daaec8292" providerId="LiveId" clId="{F12E0490-60F3-4147-9D04-93D87D41D5A0}" dt="2026-10-21T12:40:21.840" v="10687" actId="2085"/>
          <ac:spMkLst>
            <pc:docMk/>
            <pc:sldMk cId="1375253281" sldId="338"/>
            <ac:spMk id="21" creationId="{61483E72-0219-AE89-5BAA-8939E1BBC388}"/>
          </ac:spMkLst>
        </pc:spChg>
        <pc:picChg chg="mod">
          <ac:chgData name="Simon Fong" userId="0989948daaec8292" providerId="LiveId" clId="{F12E0490-60F3-4147-9D04-93D87D41D5A0}" dt="2026-10-21T03:10:59.842" v="9389" actId="1038"/>
          <ac:picMkLst>
            <pc:docMk/>
            <pc:sldMk cId="1375253281" sldId="338"/>
            <ac:picMk id="3" creationId="{72DF8A30-44D2-CABB-8D0A-326E7AB65B23}"/>
          </ac:picMkLst>
        </pc:picChg>
        <pc:picChg chg="add mod modCrop">
          <ac:chgData name="Simon Fong" userId="0989948daaec8292" providerId="LiveId" clId="{F12E0490-60F3-4147-9D04-93D87D41D5A0}" dt="2026-10-21T12:45:09.624" v="10710" actId="1076"/>
          <ac:picMkLst>
            <pc:docMk/>
            <pc:sldMk cId="1375253281" sldId="338"/>
            <ac:picMk id="6" creationId="{0113398F-8067-9FCA-DFB9-D1306EC3AEB1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8:56:22.208" v="11676"/>
        <pc:sldMkLst>
          <pc:docMk/>
          <pc:sldMk cId="505333135" sldId="339"/>
        </pc:sldMkLst>
        <pc:spChg chg="mod">
          <ac:chgData name="Simon Fong" userId="0989948daaec8292" providerId="LiveId" clId="{F12E0490-60F3-4147-9D04-93D87D41D5A0}" dt="2026-10-21T12:45:43.912" v="10713" actId="20577"/>
          <ac:spMkLst>
            <pc:docMk/>
            <pc:sldMk cId="505333135" sldId="339"/>
            <ac:spMk id="5" creationId="{B1D4E8BE-C650-FD61-99E2-FF1F0D3E3B41}"/>
          </ac:spMkLst>
        </pc:spChg>
        <pc:spChg chg="mod">
          <ac:chgData name="Simon Fong" userId="0989948daaec8292" providerId="LiveId" clId="{F12E0490-60F3-4147-9D04-93D87D41D5A0}" dt="2026-10-21T12:45:33.801" v="10711" actId="2085"/>
          <ac:spMkLst>
            <pc:docMk/>
            <pc:sldMk cId="505333135" sldId="339"/>
            <ac:spMk id="21" creationId="{28BC8D08-D16E-432D-6F4C-073B93A5E10F}"/>
          </ac:spMkLst>
        </pc:spChg>
        <pc:picChg chg="mod">
          <ac:chgData name="Simon Fong" userId="0989948daaec8292" providerId="LiveId" clId="{F12E0490-60F3-4147-9D04-93D87D41D5A0}" dt="2026-10-21T03:13:25.523" v="9426" actId="1038"/>
          <ac:picMkLst>
            <pc:docMk/>
            <pc:sldMk cId="505333135" sldId="339"/>
            <ac:picMk id="3" creationId="{07108D16-3AF3-F9D0-65BD-BACF91D127F8}"/>
          </ac:picMkLst>
        </pc:picChg>
        <pc:picChg chg="add mod modCrop">
          <ac:chgData name="Simon Fong" userId="0989948daaec8292" providerId="LiveId" clId="{F12E0490-60F3-4147-9D04-93D87D41D5A0}" dt="2026-10-21T12:46:19.148" v="10730" actId="14100"/>
          <ac:picMkLst>
            <pc:docMk/>
            <pc:sldMk cId="505333135" sldId="339"/>
            <ac:picMk id="7" creationId="{A2F63EB2-4002-7F34-DC04-2F9F59A0E757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8:56:50.800" v="11689"/>
        <pc:sldMkLst>
          <pc:docMk/>
          <pc:sldMk cId="1423773880" sldId="340"/>
        </pc:sldMkLst>
        <pc:spChg chg="mod">
          <ac:chgData name="Simon Fong" userId="0989948daaec8292" providerId="LiveId" clId="{F12E0490-60F3-4147-9D04-93D87D41D5A0}" dt="2026-10-21T13:16:50.560" v="11075" actId="5793"/>
          <ac:spMkLst>
            <pc:docMk/>
            <pc:sldMk cId="1423773880" sldId="340"/>
            <ac:spMk id="5" creationId="{83B6B738-89C6-37DF-F851-AC887DEBD6E2}"/>
          </ac:spMkLst>
        </pc:spChg>
        <pc:spChg chg="mod">
          <ac:chgData name="Simon Fong" userId="0989948daaec8292" providerId="LiveId" clId="{F12E0490-60F3-4147-9D04-93D87D41D5A0}" dt="2026-10-21T12:48:09.659" v="10767" actId="2085"/>
          <ac:spMkLst>
            <pc:docMk/>
            <pc:sldMk cId="1423773880" sldId="340"/>
            <ac:spMk id="21" creationId="{1F6A02C4-B835-25CD-3465-07407040DC87}"/>
          </ac:spMkLst>
        </pc:spChg>
        <pc:picChg chg="mod">
          <ac:chgData name="Simon Fong" userId="0989948daaec8292" providerId="LiveId" clId="{F12E0490-60F3-4147-9D04-93D87D41D5A0}" dt="2026-10-21T03:16:50.175" v="9509" actId="1038"/>
          <ac:picMkLst>
            <pc:docMk/>
            <pc:sldMk cId="1423773880" sldId="340"/>
            <ac:picMk id="3" creationId="{CD1A1FB7-074D-D384-F826-BC2EADFC39C4}"/>
          </ac:picMkLst>
        </pc:picChg>
        <pc:picChg chg="add mod">
          <ac:chgData name="Simon Fong" userId="0989948daaec8292" providerId="LiveId" clId="{F12E0490-60F3-4147-9D04-93D87D41D5A0}" dt="2026-10-21T03:16:50.175" v="9509" actId="1038"/>
          <ac:picMkLst>
            <pc:docMk/>
            <pc:sldMk cId="1423773880" sldId="340"/>
            <ac:picMk id="8" creationId="{97B57E45-01AE-4840-9C56-ADB244C5F89D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1T18:57:44.884" v="11698"/>
        <pc:sldMkLst>
          <pc:docMk/>
          <pc:sldMk cId="1129737174" sldId="341"/>
        </pc:sldMkLst>
        <pc:spChg chg="mod">
          <ac:chgData name="Simon Fong" userId="0989948daaec8292" providerId="LiveId" clId="{F12E0490-60F3-4147-9D04-93D87D41D5A0}" dt="2026-10-21T12:50:43.345" v="10795" actId="207"/>
          <ac:spMkLst>
            <pc:docMk/>
            <pc:sldMk cId="1129737174" sldId="341"/>
            <ac:spMk id="5" creationId="{D7527AF6-7EB9-6468-B8E6-DAC566666A9A}"/>
          </ac:spMkLst>
        </pc:spChg>
        <pc:spChg chg="mod">
          <ac:chgData name="Simon Fong" userId="0989948daaec8292" providerId="LiveId" clId="{F12E0490-60F3-4147-9D04-93D87D41D5A0}" dt="2026-10-21T12:49:05.921" v="10774" actId="2085"/>
          <ac:spMkLst>
            <pc:docMk/>
            <pc:sldMk cId="1129737174" sldId="341"/>
            <ac:spMk id="21" creationId="{467D8542-FFE6-5BEE-B2CF-529F9384DDFB}"/>
          </ac:spMkLst>
        </pc:spChg>
        <pc:picChg chg="mod">
          <ac:chgData name="Simon Fong" userId="0989948daaec8292" providerId="LiveId" clId="{F12E0490-60F3-4147-9D04-93D87D41D5A0}" dt="2026-10-21T03:22:21.777" v="9654" actId="1037"/>
          <ac:picMkLst>
            <pc:docMk/>
            <pc:sldMk cId="1129737174" sldId="341"/>
            <ac:picMk id="3" creationId="{C2268DB0-4C54-E83D-E793-5A3C680489F5}"/>
          </ac:picMkLst>
        </pc:picChg>
        <pc:picChg chg="add mod modCrop">
          <ac:chgData name="Simon Fong" userId="0989948daaec8292" providerId="LiveId" clId="{F12E0490-60F3-4147-9D04-93D87D41D5A0}" dt="2026-10-21T12:48:56.700" v="10773" actId="1076"/>
          <ac:picMkLst>
            <pc:docMk/>
            <pc:sldMk cId="1129737174" sldId="341"/>
            <ac:picMk id="6" creationId="{C376D9BC-2384-ACB4-0A94-7B2FA96A5576}"/>
          </ac:picMkLst>
        </pc:picChg>
        <pc:picChg chg="mod">
          <ac:chgData name="Simon Fong" userId="0989948daaec8292" providerId="LiveId" clId="{F12E0490-60F3-4147-9D04-93D87D41D5A0}" dt="2026-10-21T03:22:21.777" v="9654" actId="1037"/>
          <ac:picMkLst>
            <pc:docMk/>
            <pc:sldMk cId="1129737174" sldId="341"/>
            <ac:picMk id="8" creationId="{00D3F2E8-FA83-3338-B00E-85F3936B99BA}"/>
          </ac:picMkLst>
        </pc:picChg>
      </pc:sldChg>
      <pc:sldChg chg="modSp add mod modTransition addAnim delAnim modAnim">
        <pc:chgData name="Simon Fong" userId="0989948daaec8292" providerId="LiveId" clId="{F12E0490-60F3-4147-9D04-93D87D41D5A0}" dt="2026-10-21T18:58:35.473" v="11708"/>
        <pc:sldMkLst>
          <pc:docMk/>
          <pc:sldMk cId="2851113903" sldId="342"/>
        </pc:sldMkLst>
        <pc:spChg chg="mod">
          <ac:chgData name="Simon Fong" userId="0989948daaec8292" providerId="LiveId" clId="{F12E0490-60F3-4147-9D04-93D87D41D5A0}" dt="2026-10-21T12:51:50.883" v="10805" actId="20577"/>
          <ac:spMkLst>
            <pc:docMk/>
            <pc:sldMk cId="2851113903" sldId="342"/>
            <ac:spMk id="5" creationId="{3534F9FC-5B16-8099-A97F-F97DFE53C2E2}"/>
          </ac:spMkLst>
        </pc:spChg>
        <pc:spChg chg="mod">
          <ac:chgData name="Simon Fong" userId="0989948daaec8292" providerId="LiveId" clId="{F12E0490-60F3-4147-9D04-93D87D41D5A0}" dt="2026-10-21T12:53:13.173" v="10822" actId="2085"/>
          <ac:spMkLst>
            <pc:docMk/>
            <pc:sldMk cId="2851113903" sldId="342"/>
            <ac:spMk id="21" creationId="{771A0F6A-6020-9C29-BFAA-8BC2E7580412}"/>
          </ac:spMkLst>
        </pc:spChg>
        <pc:picChg chg="mod">
          <ac:chgData name="Simon Fong" userId="0989948daaec8292" providerId="LiveId" clId="{F12E0490-60F3-4147-9D04-93D87D41D5A0}" dt="2026-10-21T03:25:40.058" v="9722" actId="1038"/>
          <ac:picMkLst>
            <pc:docMk/>
            <pc:sldMk cId="2851113903" sldId="342"/>
            <ac:picMk id="3" creationId="{0FC74DE5-1CD4-F030-26B6-7789B3128B03}"/>
          </ac:picMkLst>
        </pc:picChg>
        <pc:picChg chg="mod modCrop">
          <ac:chgData name="Simon Fong" userId="0989948daaec8292" providerId="LiveId" clId="{F12E0490-60F3-4147-9D04-93D87D41D5A0}" dt="2026-10-21T00:31:00.854" v="6791" actId="1076"/>
          <ac:picMkLst>
            <pc:docMk/>
            <pc:sldMk cId="2851113903" sldId="342"/>
            <ac:picMk id="6" creationId="{0E5071E7-AB93-FF72-AEF1-60A82A307180}"/>
          </ac:picMkLst>
        </pc:picChg>
        <pc:picChg chg="mod">
          <ac:chgData name="Simon Fong" userId="0989948daaec8292" providerId="LiveId" clId="{F12E0490-60F3-4147-9D04-93D87D41D5A0}" dt="2026-10-21T03:25:40.058" v="9722" actId="1038"/>
          <ac:picMkLst>
            <pc:docMk/>
            <pc:sldMk cId="2851113903" sldId="342"/>
            <ac:picMk id="8" creationId="{280F33A7-3369-38B1-FBCD-ED6D23C4308E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8:52:23.940" v="11643"/>
        <pc:sldMkLst>
          <pc:docMk/>
          <pc:sldMk cId="3076117219" sldId="343"/>
        </pc:sldMkLst>
        <pc:spChg chg="mod">
          <ac:chgData name="Simon Fong" userId="0989948daaec8292" providerId="LiveId" clId="{F12E0490-60F3-4147-9D04-93D87D41D5A0}" dt="2026-10-21T12:55:22.581" v="10844" actId="207"/>
          <ac:spMkLst>
            <pc:docMk/>
            <pc:sldMk cId="3076117219" sldId="343"/>
            <ac:spMk id="5" creationId="{374F341D-FAA8-4F28-D001-25BD4EFE2BDA}"/>
          </ac:spMkLst>
        </pc:spChg>
        <pc:spChg chg="mod">
          <ac:chgData name="Simon Fong" userId="0989948daaec8292" providerId="LiveId" clId="{F12E0490-60F3-4147-9D04-93D87D41D5A0}" dt="2026-10-21T12:54:58.576" v="10842" actId="2085"/>
          <ac:spMkLst>
            <pc:docMk/>
            <pc:sldMk cId="3076117219" sldId="343"/>
            <ac:spMk id="21" creationId="{888AB290-26B6-7B31-A17F-96BB7A3068CE}"/>
          </ac:spMkLst>
        </pc:spChg>
        <pc:picChg chg="mod">
          <ac:chgData name="Simon Fong" userId="0989948daaec8292" providerId="LiveId" clId="{F12E0490-60F3-4147-9D04-93D87D41D5A0}" dt="2026-10-21T03:30:04.968" v="9800" actId="1037"/>
          <ac:picMkLst>
            <pc:docMk/>
            <pc:sldMk cId="3076117219" sldId="343"/>
            <ac:picMk id="3" creationId="{62AF3FED-C925-2B51-D9A7-7EB468310F54}"/>
          </ac:picMkLst>
        </pc:picChg>
        <pc:picChg chg="add mod modCrop">
          <ac:chgData name="Simon Fong" userId="0989948daaec8292" providerId="LiveId" clId="{F12E0490-60F3-4147-9D04-93D87D41D5A0}" dt="2026-10-21T12:54:18.031" v="10828" actId="14100"/>
          <ac:picMkLst>
            <pc:docMk/>
            <pc:sldMk cId="3076117219" sldId="343"/>
            <ac:picMk id="7" creationId="{0F5212E7-A56F-3EB9-C019-C98856B80384}"/>
          </ac:picMkLst>
        </pc:picChg>
        <pc:picChg chg="mod">
          <ac:chgData name="Simon Fong" userId="0989948daaec8292" providerId="LiveId" clId="{F12E0490-60F3-4147-9D04-93D87D41D5A0}" dt="2026-10-21T03:30:04.968" v="9800" actId="1037"/>
          <ac:picMkLst>
            <pc:docMk/>
            <pc:sldMk cId="3076117219" sldId="343"/>
            <ac:picMk id="8" creationId="{7E4869ED-D38E-635E-DCA9-ACFC057E20A4}"/>
          </ac:picMkLst>
        </pc:picChg>
      </pc:sldChg>
      <pc:sldChg chg="modSp add mod modTransition addAnim delAnim modAnim">
        <pc:chgData name="Simon Fong" userId="0989948daaec8292" providerId="LiveId" clId="{F12E0490-60F3-4147-9D04-93D87D41D5A0}" dt="2026-10-21T18:59:16.956" v="11709"/>
        <pc:sldMkLst>
          <pc:docMk/>
          <pc:sldMk cId="673011083" sldId="344"/>
        </pc:sldMkLst>
        <pc:spChg chg="mod">
          <ac:chgData name="Simon Fong" userId="0989948daaec8292" providerId="LiveId" clId="{F12E0490-60F3-4147-9D04-93D87D41D5A0}" dt="2026-10-21T13:18:14.529" v="11078" actId="20577"/>
          <ac:spMkLst>
            <pc:docMk/>
            <pc:sldMk cId="673011083" sldId="344"/>
            <ac:spMk id="5" creationId="{B18773E1-E697-BAA3-558F-F73F5F8F252E}"/>
          </ac:spMkLst>
        </pc:spChg>
        <pc:spChg chg="mod">
          <ac:chgData name="Simon Fong" userId="0989948daaec8292" providerId="LiveId" clId="{F12E0490-60F3-4147-9D04-93D87D41D5A0}" dt="2026-10-21T13:18:11.479" v="11077" actId="2085"/>
          <ac:spMkLst>
            <pc:docMk/>
            <pc:sldMk cId="673011083" sldId="344"/>
            <ac:spMk id="21" creationId="{24C28F24-7BCA-A079-3E94-D43ECE497174}"/>
          </ac:spMkLst>
        </pc:spChg>
        <pc:picChg chg="mod">
          <ac:chgData name="Simon Fong" userId="0989948daaec8292" providerId="LiveId" clId="{F12E0490-60F3-4147-9D04-93D87D41D5A0}" dt="2026-10-21T03:32:37.511" v="9868" actId="1038"/>
          <ac:picMkLst>
            <pc:docMk/>
            <pc:sldMk cId="673011083" sldId="344"/>
            <ac:picMk id="3" creationId="{70D97C37-060C-5399-1EC2-902FF9390000}"/>
          </ac:picMkLst>
        </pc:picChg>
        <pc:picChg chg="mod modCrop">
          <ac:chgData name="Simon Fong" userId="0989948daaec8292" providerId="LiveId" clId="{F12E0490-60F3-4147-9D04-93D87D41D5A0}" dt="2026-10-21T13:18:18.563" v="11079" actId="1076"/>
          <ac:picMkLst>
            <pc:docMk/>
            <pc:sldMk cId="673011083" sldId="344"/>
            <ac:picMk id="7" creationId="{DA20B343-23A5-D59E-20E4-188E4A76C18E}"/>
          </ac:picMkLst>
        </pc:picChg>
        <pc:picChg chg="mod">
          <ac:chgData name="Simon Fong" userId="0989948daaec8292" providerId="LiveId" clId="{F12E0490-60F3-4147-9D04-93D87D41D5A0}" dt="2026-10-21T03:32:37.511" v="9868" actId="1038"/>
          <ac:picMkLst>
            <pc:docMk/>
            <pc:sldMk cId="673011083" sldId="344"/>
            <ac:picMk id="8" creationId="{1452368B-EB2C-AA30-48FF-8A843D0B28A6}"/>
          </ac:picMkLst>
        </pc:picChg>
      </pc:sldChg>
      <pc:sldChg chg="addSp delSp modSp add mod ord modTransition addAnim delAnim modAnim modNotesTx">
        <pc:chgData name="Simon Fong" userId="0989948daaec8292" providerId="LiveId" clId="{F12E0490-60F3-4147-9D04-93D87D41D5A0}" dt="2026-10-21T19:00:07.226" v="11723"/>
        <pc:sldMkLst>
          <pc:docMk/>
          <pc:sldMk cId="2281329578" sldId="345"/>
        </pc:sldMkLst>
        <pc:spChg chg="mod">
          <ac:chgData name="Simon Fong" userId="0989948daaec8292" providerId="LiveId" clId="{F12E0490-60F3-4147-9D04-93D87D41D5A0}" dt="2026-10-21T12:57:04.513" v="10872" actId="20577"/>
          <ac:spMkLst>
            <pc:docMk/>
            <pc:sldMk cId="2281329578" sldId="345"/>
            <ac:spMk id="5" creationId="{5EC7EF24-09D1-07E9-A675-ACFE9F99F71D}"/>
          </ac:spMkLst>
        </pc:spChg>
        <pc:spChg chg="mod">
          <ac:chgData name="Simon Fong" userId="0989948daaec8292" providerId="LiveId" clId="{F12E0490-60F3-4147-9D04-93D87D41D5A0}" dt="2026-10-21T12:56:34.427" v="10862" actId="2085"/>
          <ac:spMkLst>
            <pc:docMk/>
            <pc:sldMk cId="2281329578" sldId="345"/>
            <ac:spMk id="21" creationId="{819C928A-6012-D24B-69F0-B535B6D7D255}"/>
          </ac:spMkLst>
        </pc:spChg>
        <pc:picChg chg="mod">
          <ac:chgData name="Simon Fong" userId="0989948daaec8292" providerId="LiveId" clId="{F12E0490-60F3-4147-9D04-93D87D41D5A0}" dt="2026-10-21T03:34:42.062" v="9928" actId="1038"/>
          <ac:picMkLst>
            <pc:docMk/>
            <pc:sldMk cId="2281329578" sldId="345"/>
            <ac:picMk id="3" creationId="{BC3F6471-9A9C-796A-4CB1-543C5ECDD3FE}"/>
          </ac:picMkLst>
        </pc:picChg>
        <pc:picChg chg="add mod">
          <ac:chgData name="Simon Fong" userId="0989948daaec8292" providerId="LiveId" clId="{F12E0490-60F3-4147-9D04-93D87D41D5A0}" dt="2026-10-21T03:34:42.062" v="9928" actId="1038"/>
          <ac:picMkLst>
            <pc:docMk/>
            <pc:sldMk cId="2281329578" sldId="345"/>
            <ac:picMk id="7" creationId="{5EB20360-B5C2-C91A-B972-A0B6E6A0676D}"/>
          </ac:picMkLst>
        </pc:picChg>
        <pc:picChg chg="mod">
          <ac:chgData name="Simon Fong" userId="0989948daaec8292" providerId="LiveId" clId="{F12E0490-60F3-4147-9D04-93D87D41D5A0}" dt="2026-10-21T03:34:42.062" v="9928" actId="1038"/>
          <ac:picMkLst>
            <pc:docMk/>
            <pc:sldMk cId="2281329578" sldId="345"/>
            <ac:picMk id="8" creationId="{7832668A-C6AD-E2BD-C600-17AD3DD84BCD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1T19:00:55.134" v="11732"/>
        <pc:sldMkLst>
          <pc:docMk/>
          <pc:sldMk cId="15008574" sldId="346"/>
        </pc:sldMkLst>
        <pc:spChg chg="mod">
          <ac:chgData name="Simon Fong" userId="0989948daaec8292" providerId="LiveId" clId="{F12E0490-60F3-4147-9D04-93D87D41D5A0}" dt="2026-10-21T12:57:28.138" v="10875" actId="20577"/>
          <ac:spMkLst>
            <pc:docMk/>
            <pc:sldMk cId="15008574" sldId="346"/>
            <ac:spMk id="5" creationId="{BB2135E3-4197-4D00-88AC-0F0CBEDA9DD8}"/>
          </ac:spMkLst>
        </pc:spChg>
        <pc:spChg chg="mod">
          <ac:chgData name="Simon Fong" userId="0989948daaec8292" providerId="LiveId" clId="{F12E0490-60F3-4147-9D04-93D87D41D5A0}" dt="2026-10-21T12:57:23.491" v="10874" actId="2085"/>
          <ac:spMkLst>
            <pc:docMk/>
            <pc:sldMk cId="15008574" sldId="346"/>
            <ac:spMk id="21" creationId="{3D46AA4F-F164-1948-3F88-DCBFCFE15BBF}"/>
          </ac:spMkLst>
        </pc:spChg>
        <pc:picChg chg="mod">
          <ac:chgData name="Simon Fong" userId="0989948daaec8292" providerId="LiveId" clId="{F12E0490-60F3-4147-9D04-93D87D41D5A0}" dt="2026-10-21T03:37:18.068" v="10025" actId="1038"/>
          <ac:picMkLst>
            <pc:docMk/>
            <pc:sldMk cId="15008574" sldId="346"/>
            <ac:picMk id="3" creationId="{C9C1C30C-4713-8C94-CB2C-12E67E891F67}"/>
          </ac:picMkLst>
        </pc:picChg>
        <pc:picChg chg="add mod modCrop">
          <ac:chgData name="Simon Fong" userId="0989948daaec8292" providerId="LiveId" clId="{F12E0490-60F3-4147-9D04-93D87D41D5A0}" dt="2026-10-21T12:57:40.759" v="10877" actId="1076"/>
          <ac:picMkLst>
            <pc:docMk/>
            <pc:sldMk cId="15008574" sldId="346"/>
            <ac:picMk id="6" creationId="{3C3D41F4-EC5E-2025-0DF8-FB621BBB3295}"/>
          </ac:picMkLst>
        </pc:picChg>
        <pc:picChg chg="mod">
          <ac:chgData name="Simon Fong" userId="0989948daaec8292" providerId="LiveId" clId="{F12E0490-60F3-4147-9D04-93D87D41D5A0}" dt="2026-10-21T03:37:18.068" v="10025" actId="1038"/>
          <ac:picMkLst>
            <pc:docMk/>
            <pc:sldMk cId="15008574" sldId="346"/>
            <ac:picMk id="7" creationId="{23393959-E4D7-C207-0AD9-9AEA54BA0F20}"/>
          </ac:picMkLst>
        </pc:picChg>
        <pc:picChg chg="mod">
          <ac:chgData name="Simon Fong" userId="0989948daaec8292" providerId="LiveId" clId="{F12E0490-60F3-4147-9D04-93D87D41D5A0}" dt="2026-10-21T03:37:18.068" v="10025" actId="1038"/>
          <ac:picMkLst>
            <pc:docMk/>
            <pc:sldMk cId="15008574" sldId="346"/>
            <ac:picMk id="8" creationId="{EC7AC0CB-4B67-4AE0-394B-A7E062973BB6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9:06:11.842" v="11745"/>
        <pc:sldMkLst>
          <pc:docMk/>
          <pc:sldMk cId="1132955163" sldId="347"/>
        </pc:sldMkLst>
        <pc:spChg chg="mod">
          <ac:chgData name="Simon Fong" userId="0989948daaec8292" providerId="LiveId" clId="{F12E0490-60F3-4147-9D04-93D87D41D5A0}" dt="2026-10-21T12:59:43.893" v="10902" actId="20577"/>
          <ac:spMkLst>
            <pc:docMk/>
            <pc:sldMk cId="1132955163" sldId="347"/>
            <ac:spMk id="5" creationId="{C3177B20-FA5E-288D-B5DF-5FC6921A267B}"/>
          </ac:spMkLst>
        </pc:spChg>
        <pc:spChg chg="add mod">
          <ac:chgData name="Simon Fong" userId="0989948daaec8292" providerId="LiveId" clId="{F12E0490-60F3-4147-9D04-93D87D41D5A0}" dt="2026-10-21T01:16:34.868" v="7670" actId="164"/>
          <ac:spMkLst>
            <pc:docMk/>
            <pc:sldMk cId="1132955163" sldId="347"/>
            <ac:spMk id="19" creationId="{68544943-D2EC-B93C-A57B-97C2CCC570C4}"/>
          </ac:spMkLst>
        </pc:spChg>
        <pc:spChg chg="mod">
          <ac:chgData name="Simon Fong" userId="0989948daaec8292" providerId="LiveId" clId="{F12E0490-60F3-4147-9D04-93D87D41D5A0}" dt="2026-10-21T12:59:40.307" v="10901" actId="2085"/>
          <ac:spMkLst>
            <pc:docMk/>
            <pc:sldMk cId="1132955163" sldId="347"/>
            <ac:spMk id="21" creationId="{D854AA77-4144-0C37-D17D-49C7EF64E46D}"/>
          </ac:spMkLst>
        </pc:spChg>
        <pc:spChg chg="add mod">
          <ac:chgData name="Simon Fong" userId="0989948daaec8292" providerId="LiveId" clId="{F12E0490-60F3-4147-9D04-93D87D41D5A0}" dt="2026-10-21T01:16:34.868" v="7670" actId="164"/>
          <ac:spMkLst>
            <pc:docMk/>
            <pc:sldMk cId="1132955163" sldId="347"/>
            <ac:spMk id="22" creationId="{6A7DC837-68DE-2683-0328-DFADA0AD0575}"/>
          </ac:spMkLst>
        </pc:spChg>
        <pc:spChg chg="add mod">
          <ac:chgData name="Simon Fong" userId="0989948daaec8292" providerId="LiveId" clId="{F12E0490-60F3-4147-9D04-93D87D41D5A0}" dt="2026-10-21T01:16:34.868" v="7670" actId="164"/>
          <ac:spMkLst>
            <pc:docMk/>
            <pc:sldMk cId="1132955163" sldId="347"/>
            <ac:spMk id="24" creationId="{983B1CAD-8D21-A149-6EA8-DADE0533D0FE}"/>
          </ac:spMkLst>
        </pc:spChg>
        <pc:grpChg chg="add mod">
          <ac:chgData name="Simon Fong" userId="0989948daaec8292" providerId="LiveId" clId="{F12E0490-60F3-4147-9D04-93D87D41D5A0}" dt="2026-10-21T01:16:37.696" v="7678" actId="1037"/>
          <ac:grpSpMkLst>
            <pc:docMk/>
            <pc:sldMk cId="1132955163" sldId="347"/>
            <ac:grpSpMk id="27" creationId="{5526A8F9-2764-7D70-6D55-DAF86557706A}"/>
          </ac:grpSpMkLst>
        </pc:grpChg>
        <pc:picChg chg="mod">
          <ac:chgData name="Simon Fong" userId="0989948daaec8292" providerId="LiveId" clId="{F12E0490-60F3-4147-9D04-93D87D41D5A0}" dt="2026-10-21T03:44:12.832" v="10188" actId="1038"/>
          <ac:picMkLst>
            <pc:docMk/>
            <pc:sldMk cId="1132955163" sldId="347"/>
            <ac:picMk id="3" creationId="{704F9162-1995-0B33-DE0C-A591DD97D287}"/>
          </ac:picMkLst>
        </pc:picChg>
        <pc:picChg chg="mod">
          <ac:chgData name="Simon Fong" userId="0989948daaec8292" providerId="LiveId" clId="{F12E0490-60F3-4147-9D04-93D87D41D5A0}" dt="2026-10-21T03:44:12.832" v="10188" actId="1038"/>
          <ac:picMkLst>
            <pc:docMk/>
            <pc:sldMk cId="1132955163" sldId="347"/>
            <ac:picMk id="7" creationId="{59F01B04-41F8-F625-1C91-FF86C48281F5}"/>
          </ac:picMkLst>
        </pc:picChg>
        <pc:picChg chg="mod">
          <ac:chgData name="Simon Fong" userId="0989948daaec8292" providerId="LiveId" clId="{F12E0490-60F3-4147-9D04-93D87D41D5A0}" dt="2026-10-21T03:44:12.832" v="10188" actId="1038"/>
          <ac:picMkLst>
            <pc:docMk/>
            <pc:sldMk cId="1132955163" sldId="347"/>
            <ac:picMk id="8" creationId="{CC721F2E-B171-A076-89CF-615FB09DA274}"/>
          </ac:picMkLst>
        </pc:picChg>
        <pc:picChg chg="add mod modCrop">
          <ac:chgData name="Simon Fong" userId="0989948daaec8292" providerId="LiveId" clId="{F12E0490-60F3-4147-9D04-93D87D41D5A0}" dt="2026-10-21T01:16:34.868" v="7670" actId="164"/>
          <ac:picMkLst>
            <pc:docMk/>
            <pc:sldMk cId="1132955163" sldId="347"/>
            <ac:picMk id="11" creationId="{CBA88B55-B3BB-2877-D36F-D729C82DF402}"/>
          </ac:picMkLst>
        </pc:picChg>
        <pc:picChg chg="add mod">
          <ac:chgData name="Simon Fong" userId="0989948daaec8292" providerId="LiveId" clId="{F12E0490-60F3-4147-9D04-93D87D41D5A0}" dt="2026-10-21T01:16:34.868" v="7670" actId="164"/>
          <ac:picMkLst>
            <pc:docMk/>
            <pc:sldMk cId="1132955163" sldId="347"/>
            <ac:picMk id="13" creationId="{105F281D-68B5-C7BD-387C-07F6C13CA784}"/>
          </ac:picMkLst>
        </pc:picChg>
        <pc:picChg chg="add mod">
          <ac:chgData name="Simon Fong" userId="0989948daaec8292" providerId="LiveId" clId="{F12E0490-60F3-4147-9D04-93D87D41D5A0}" dt="2026-10-21T01:16:34.868" v="7670" actId="164"/>
          <ac:picMkLst>
            <pc:docMk/>
            <pc:sldMk cId="1132955163" sldId="347"/>
            <ac:picMk id="15" creationId="{16EAD7C6-27C0-65CB-C043-1F082D593A3D}"/>
          </ac:picMkLst>
        </pc:picChg>
        <pc:cxnChg chg="add mod">
          <ac:chgData name="Simon Fong" userId="0989948daaec8292" providerId="LiveId" clId="{F12E0490-60F3-4147-9D04-93D87D41D5A0}" dt="2026-10-21T01:16:34.868" v="7670" actId="164"/>
          <ac:cxnSpMkLst>
            <pc:docMk/>
            <pc:sldMk cId="1132955163" sldId="347"/>
            <ac:cxnSpMk id="17" creationId="{4B5BFCB6-2529-21EC-8304-0AE189D1F640}"/>
          </ac:cxnSpMkLst>
        </pc:cxnChg>
        <pc:cxnChg chg="add mod">
          <ac:chgData name="Simon Fong" userId="0989948daaec8292" providerId="LiveId" clId="{F12E0490-60F3-4147-9D04-93D87D41D5A0}" dt="2026-10-21T01:16:34.868" v="7670" actId="164"/>
          <ac:cxnSpMkLst>
            <pc:docMk/>
            <pc:sldMk cId="1132955163" sldId="347"/>
            <ac:cxnSpMk id="18" creationId="{112A3DD8-B277-02B8-A1F0-14BFEAB665E8}"/>
          </ac:cxnSpMkLst>
        </pc:cxnChg>
      </pc:sldChg>
      <pc:sldChg chg="addSp delSp modSp add mod modTransition addAnim delAnim modAnim">
        <pc:chgData name="Simon Fong" userId="0989948daaec8292" providerId="LiveId" clId="{F12E0490-60F3-4147-9D04-93D87D41D5A0}" dt="2026-10-21T19:06:53.062" v="11755"/>
        <pc:sldMkLst>
          <pc:docMk/>
          <pc:sldMk cId="944892801" sldId="348"/>
        </pc:sldMkLst>
        <pc:spChg chg="mod">
          <ac:chgData name="Simon Fong" userId="0989948daaec8292" providerId="LiveId" clId="{F12E0490-60F3-4147-9D04-93D87D41D5A0}" dt="2026-10-21T13:01:41.185" v="10923" actId="20577"/>
          <ac:spMkLst>
            <pc:docMk/>
            <pc:sldMk cId="944892801" sldId="348"/>
            <ac:spMk id="5" creationId="{0EB6E484-19CC-C114-9DEE-B0273D5D8E11}"/>
          </ac:spMkLst>
        </pc:spChg>
        <pc:spChg chg="mod">
          <ac:chgData name="Simon Fong" userId="0989948daaec8292" providerId="LiveId" clId="{F12E0490-60F3-4147-9D04-93D87D41D5A0}" dt="2026-10-21T13:02:06.422" v="10936" actId="2085"/>
          <ac:spMkLst>
            <pc:docMk/>
            <pc:sldMk cId="944892801" sldId="348"/>
            <ac:spMk id="21" creationId="{352C6DE9-F32F-7217-21DA-18494A14E2B8}"/>
          </ac:spMkLst>
        </pc:spChg>
        <pc:picChg chg="mod">
          <ac:chgData name="Simon Fong" userId="0989948daaec8292" providerId="LiveId" clId="{F12E0490-60F3-4147-9D04-93D87D41D5A0}" dt="2026-10-21T03:44:33.479" v="10219" actId="1038"/>
          <ac:picMkLst>
            <pc:docMk/>
            <pc:sldMk cId="944892801" sldId="348"/>
            <ac:picMk id="3" creationId="{DB32175A-03E9-A495-9170-7C06455B5E2E}"/>
          </ac:picMkLst>
        </pc:picChg>
        <pc:picChg chg="add mod modCrop">
          <ac:chgData name="Simon Fong" userId="0989948daaec8292" providerId="LiveId" clId="{F12E0490-60F3-4147-9D04-93D87D41D5A0}" dt="2026-10-21T13:01:43.731" v="10924" actId="1076"/>
          <ac:picMkLst>
            <pc:docMk/>
            <pc:sldMk cId="944892801" sldId="348"/>
            <ac:picMk id="6" creationId="{C16D32A4-D9BD-E7A7-32E6-1921C045B9D2}"/>
          </ac:picMkLst>
        </pc:picChg>
        <pc:picChg chg="mod">
          <ac:chgData name="Simon Fong" userId="0989948daaec8292" providerId="LiveId" clId="{F12E0490-60F3-4147-9D04-93D87D41D5A0}" dt="2026-10-21T03:44:33.479" v="10219" actId="1038"/>
          <ac:picMkLst>
            <pc:docMk/>
            <pc:sldMk cId="944892801" sldId="348"/>
            <ac:picMk id="7" creationId="{F2F690CF-6139-D0E8-8962-6AC792631D19}"/>
          </ac:picMkLst>
        </pc:picChg>
        <pc:picChg chg="mod">
          <ac:chgData name="Simon Fong" userId="0989948daaec8292" providerId="LiveId" clId="{F12E0490-60F3-4147-9D04-93D87D41D5A0}" dt="2026-10-21T03:44:33.479" v="10219" actId="1038"/>
          <ac:picMkLst>
            <pc:docMk/>
            <pc:sldMk cId="944892801" sldId="348"/>
            <ac:picMk id="8" creationId="{F62D9AFC-ED56-E949-DE18-FFCFB6C858DE}"/>
          </ac:picMkLst>
        </pc:picChg>
      </pc:sldChg>
      <pc:sldChg chg="addSp delSp modSp add mod modTransition addAnim delAnim modAnim modNotesTx">
        <pc:chgData name="Simon Fong" userId="0989948daaec8292" providerId="LiveId" clId="{F12E0490-60F3-4147-9D04-93D87D41D5A0}" dt="2026-10-21T19:07:54.844" v="11765"/>
        <pc:sldMkLst>
          <pc:docMk/>
          <pc:sldMk cId="3024977880" sldId="349"/>
        </pc:sldMkLst>
        <pc:spChg chg="mod">
          <ac:chgData name="Simon Fong" userId="0989948daaec8292" providerId="LiveId" clId="{F12E0490-60F3-4147-9D04-93D87D41D5A0}" dt="2026-10-21T13:21:43.651" v="11111" actId="207"/>
          <ac:spMkLst>
            <pc:docMk/>
            <pc:sldMk cId="3024977880" sldId="349"/>
            <ac:spMk id="5" creationId="{61DA5399-811B-A824-BB1F-84DF2595A821}"/>
          </ac:spMkLst>
        </pc:spChg>
        <pc:spChg chg="mod">
          <ac:chgData name="Simon Fong" userId="0989948daaec8292" providerId="LiveId" clId="{F12E0490-60F3-4147-9D04-93D87D41D5A0}" dt="2026-10-21T13:03:10.362" v="10942" actId="2085"/>
          <ac:spMkLst>
            <pc:docMk/>
            <pc:sldMk cId="3024977880" sldId="349"/>
            <ac:spMk id="21" creationId="{D564F8E4-A3BC-5E0A-EBF8-92E7791845AE}"/>
          </ac:spMkLst>
        </pc:spChg>
        <pc:picChg chg="mod">
          <ac:chgData name="Simon Fong" userId="0989948daaec8292" providerId="LiveId" clId="{F12E0490-60F3-4147-9D04-93D87D41D5A0}" dt="2026-10-21T03:45:01.661" v="10252" actId="1037"/>
          <ac:picMkLst>
            <pc:docMk/>
            <pc:sldMk cId="3024977880" sldId="349"/>
            <ac:picMk id="3" creationId="{8E027EEA-3421-82EA-F581-A2E44FFE522A}"/>
          </ac:picMkLst>
        </pc:picChg>
        <pc:picChg chg="mod">
          <ac:chgData name="Simon Fong" userId="0989948daaec8292" providerId="LiveId" clId="{F12E0490-60F3-4147-9D04-93D87D41D5A0}" dt="2026-10-21T03:45:01.661" v="10252" actId="1037"/>
          <ac:picMkLst>
            <pc:docMk/>
            <pc:sldMk cId="3024977880" sldId="349"/>
            <ac:picMk id="7" creationId="{8F18041F-4A28-9FE4-3D56-31D7BF5ED8A6}"/>
          </ac:picMkLst>
        </pc:picChg>
        <pc:picChg chg="mod">
          <ac:chgData name="Simon Fong" userId="0989948daaec8292" providerId="LiveId" clId="{F12E0490-60F3-4147-9D04-93D87D41D5A0}" dt="2026-10-21T03:45:01.661" v="10252" actId="1037"/>
          <ac:picMkLst>
            <pc:docMk/>
            <pc:sldMk cId="3024977880" sldId="349"/>
            <ac:picMk id="8" creationId="{5AF8079C-124C-CC68-456C-5E077D30B4CE}"/>
          </ac:picMkLst>
        </pc:picChg>
        <pc:picChg chg="add mod modCrop">
          <ac:chgData name="Simon Fong" userId="0989948daaec8292" providerId="LiveId" clId="{F12E0490-60F3-4147-9D04-93D87D41D5A0}" dt="2026-10-21T13:03:20.916" v="10945" actId="1076"/>
          <ac:picMkLst>
            <pc:docMk/>
            <pc:sldMk cId="3024977880" sldId="349"/>
            <ac:picMk id="9" creationId="{71F41F8F-4E3E-FA74-22FD-AF86AD74AA28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1T19:09:25.159" v="11774"/>
        <pc:sldMkLst>
          <pc:docMk/>
          <pc:sldMk cId="949559913" sldId="350"/>
        </pc:sldMkLst>
        <pc:spChg chg="mod">
          <ac:chgData name="Simon Fong" userId="0989948daaec8292" providerId="LiveId" clId="{F12E0490-60F3-4147-9D04-93D87D41D5A0}" dt="2026-10-21T13:04:36.386" v="10966" actId="2710"/>
          <ac:spMkLst>
            <pc:docMk/>
            <pc:sldMk cId="949559913" sldId="350"/>
            <ac:spMk id="5" creationId="{1D816E4C-0072-C80F-B8F2-44B0F6857C4A}"/>
          </ac:spMkLst>
        </pc:spChg>
        <pc:spChg chg="mod">
          <ac:chgData name="Simon Fong" userId="0989948daaec8292" providerId="LiveId" clId="{F12E0490-60F3-4147-9D04-93D87D41D5A0}" dt="2026-10-21T13:04:24.555" v="10963" actId="2085"/>
          <ac:spMkLst>
            <pc:docMk/>
            <pc:sldMk cId="949559913" sldId="350"/>
            <ac:spMk id="21" creationId="{2D3212B4-4017-9E8D-8B68-154C87527969}"/>
          </ac:spMkLst>
        </pc:spChg>
        <pc:picChg chg="mod">
          <ac:chgData name="Simon Fong" userId="0989948daaec8292" providerId="LiveId" clId="{F12E0490-60F3-4147-9D04-93D87D41D5A0}" dt="2026-10-21T03:45:57.411" v="10283" actId="1038"/>
          <ac:picMkLst>
            <pc:docMk/>
            <pc:sldMk cId="949559913" sldId="350"/>
            <ac:picMk id="3" creationId="{87C5CC96-806F-F748-0469-DFA5909A8C99}"/>
          </ac:picMkLst>
        </pc:picChg>
        <pc:picChg chg="add mod">
          <ac:chgData name="Simon Fong" userId="0989948daaec8292" providerId="LiveId" clId="{F12E0490-60F3-4147-9D04-93D87D41D5A0}" dt="2026-10-21T13:04:47.882" v="10968" actId="1076"/>
          <ac:picMkLst>
            <pc:docMk/>
            <pc:sldMk cId="949559913" sldId="350"/>
            <ac:picMk id="6" creationId="{71E9EEFB-041F-E35C-B701-76018A20AA74}"/>
          </ac:picMkLst>
        </pc:picChg>
        <pc:picChg chg="mod">
          <ac:chgData name="Simon Fong" userId="0989948daaec8292" providerId="LiveId" clId="{F12E0490-60F3-4147-9D04-93D87D41D5A0}" dt="2026-10-21T03:45:57.411" v="10283" actId="1038"/>
          <ac:picMkLst>
            <pc:docMk/>
            <pc:sldMk cId="949559913" sldId="350"/>
            <ac:picMk id="7" creationId="{DDC310D6-FF86-3392-2804-13AF61F7603C}"/>
          </ac:picMkLst>
        </pc:picChg>
        <pc:picChg chg="mod">
          <ac:chgData name="Simon Fong" userId="0989948daaec8292" providerId="LiveId" clId="{F12E0490-60F3-4147-9D04-93D87D41D5A0}" dt="2026-10-21T03:45:57.411" v="10283" actId="1038"/>
          <ac:picMkLst>
            <pc:docMk/>
            <pc:sldMk cId="949559913" sldId="350"/>
            <ac:picMk id="8" creationId="{1F626FD9-84B5-5477-E4E1-7CE57E0CB7CB}"/>
          </ac:picMkLst>
        </pc:picChg>
      </pc:sldChg>
      <pc:sldChg chg="addSp modSp add mod ord modTransition addAnim delAnim modAnim">
        <pc:chgData name="Simon Fong" userId="0989948daaec8292" providerId="LiveId" clId="{F12E0490-60F3-4147-9D04-93D87D41D5A0}" dt="2026-10-21T19:10:25.893" v="11786"/>
        <pc:sldMkLst>
          <pc:docMk/>
          <pc:sldMk cId="531339455" sldId="351"/>
        </pc:sldMkLst>
        <pc:spChg chg="mod">
          <ac:chgData name="Simon Fong" userId="0989948daaec8292" providerId="LiveId" clId="{F12E0490-60F3-4147-9D04-93D87D41D5A0}" dt="2026-10-21T13:07:52.632" v="11021" actId="207"/>
          <ac:spMkLst>
            <pc:docMk/>
            <pc:sldMk cId="531339455" sldId="351"/>
            <ac:spMk id="5" creationId="{A35F2965-0C69-E248-8D70-710C2BDE0975}"/>
          </ac:spMkLst>
        </pc:spChg>
        <pc:spChg chg="mod">
          <ac:chgData name="Simon Fong" userId="0989948daaec8292" providerId="LiveId" clId="{F12E0490-60F3-4147-9D04-93D87D41D5A0}" dt="2026-10-21T13:07:11.005" v="11002" actId="2085"/>
          <ac:spMkLst>
            <pc:docMk/>
            <pc:sldMk cId="531339455" sldId="351"/>
            <ac:spMk id="21" creationId="{796B01BE-0A41-168A-ED76-93E134234257}"/>
          </ac:spMkLst>
        </pc:spChg>
        <pc:picChg chg="add 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2" creationId="{ADE4FCBA-10C7-73F0-6979-FBAD0FCD5338}"/>
          </ac:picMkLst>
        </pc:picChg>
        <pc:picChg chg="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3" creationId="{7E876343-6FCE-7A6B-90CC-9261318EFF4B}"/>
          </ac:picMkLst>
        </pc:picChg>
        <pc:picChg chg="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7" creationId="{8FE380F7-2A70-7FE1-DEA3-EF59681DB035}"/>
          </ac:picMkLst>
        </pc:picChg>
        <pc:picChg chg="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8" creationId="{E2DBBC87-DBF4-4F70-96DD-9AB60111A7BD}"/>
          </ac:picMkLst>
        </pc:picChg>
      </pc:sldChg>
      <pc:sldChg chg="addSp delSp modSp add mod modTransition addAnim delAnim modAnim modNotesTx">
        <pc:chgData name="Simon Fong" userId="0989948daaec8292" providerId="LiveId" clId="{F12E0490-60F3-4147-9D04-93D87D41D5A0}" dt="2026-10-21T19:11:26.069" v="11799"/>
        <pc:sldMkLst>
          <pc:docMk/>
          <pc:sldMk cId="3509043029" sldId="352"/>
        </pc:sldMkLst>
        <pc:spChg chg="mod">
          <ac:chgData name="Simon Fong" userId="0989948daaec8292" providerId="LiveId" clId="{F12E0490-60F3-4147-9D04-93D87D41D5A0}" dt="2026-10-21T15:41:11.683" v="11113" actId="20577"/>
          <ac:spMkLst>
            <pc:docMk/>
            <pc:sldMk cId="3509043029" sldId="352"/>
            <ac:spMk id="5" creationId="{10715739-9713-BF85-AB40-C6E97A9527DB}"/>
          </ac:spMkLst>
        </pc:spChg>
        <pc:spChg chg="add mod">
          <ac:chgData name="Simon Fong" userId="0989948daaec8292" providerId="LiveId" clId="{F12E0490-60F3-4147-9D04-93D87D41D5A0}" dt="2026-10-21T15:45:07.854" v="11159" actId="207"/>
          <ac:spMkLst>
            <pc:docMk/>
            <pc:sldMk cId="3509043029" sldId="352"/>
            <ac:spMk id="6" creationId="{2C2C232A-8EE3-27B9-148C-A5D8A6048784}"/>
          </ac:spMkLst>
        </pc:spChg>
        <pc:spChg chg="mod">
          <ac:chgData name="Simon Fong" userId="0989948daaec8292" providerId="LiveId" clId="{F12E0490-60F3-4147-9D04-93D87D41D5A0}" dt="2026-10-21T13:10:03.146" v="11024" actId="2085"/>
          <ac:spMkLst>
            <pc:docMk/>
            <pc:sldMk cId="3509043029" sldId="352"/>
            <ac:spMk id="21" creationId="{E39DA962-E80A-58D4-CA24-ED389FFC3611}"/>
          </ac:spMkLst>
        </pc:spChg>
        <pc:picChg chg="add mod">
          <ac:chgData name="Simon Fong" userId="0989948daaec8292" providerId="LiveId" clId="{F12E0490-60F3-4147-9D04-93D87D41D5A0}" dt="2026-10-21T16:02:08.647" v="11470" actId="14826"/>
          <ac:picMkLst>
            <pc:docMk/>
            <pc:sldMk cId="3509043029" sldId="352"/>
            <ac:picMk id="3" creationId="{362CCE02-A1FF-37A2-6E6D-D2F5AF82E309}"/>
          </ac:picMkLst>
        </pc:picChg>
      </pc:sldChg>
      <pc:sldChg chg="modSp add mod modTransition addAnim delAnim modAnim modNotesTx">
        <pc:chgData name="Simon Fong" userId="0989948daaec8292" providerId="LiveId" clId="{F12E0490-60F3-4147-9D04-93D87D41D5A0}" dt="2026-10-21T18:52:23.940" v="11643"/>
        <pc:sldMkLst>
          <pc:docMk/>
          <pc:sldMk cId="3746039619" sldId="354"/>
        </pc:sldMkLst>
        <pc:spChg chg="mod">
          <ac:chgData name="Simon Fong" userId="0989948daaec8292" providerId="LiveId" clId="{F12E0490-60F3-4147-9D04-93D87D41D5A0}" dt="2026-10-21T13:13:34.286" v="11069" actId="207"/>
          <ac:spMkLst>
            <pc:docMk/>
            <pc:sldMk cId="3746039619" sldId="354"/>
            <ac:spMk id="5" creationId="{E4947C39-FB44-13AB-6D85-5B4536E612D4}"/>
          </ac:spMkLst>
        </pc:spChg>
        <pc:picChg chg="mod">
          <ac:chgData name="Simon Fong" userId="0989948daaec8292" providerId="LiveId" clId="{F12E0490-60F3-4147-9D04-93D87D41D5A0}" dt="2026-10-21T13:13:27.989" v="11068" actId="1037"/>
          <ac:picMkLst>
            <pc:docMk/>
            <pc:sldMk cId="3746039619" sldId="354"/>
            <ac:picMk id="15" creationId="{8A30C845-2B6A-C67B-FAAA-D62650087A95}"/>
          </ac:picMkLst>
        </pc:picChg>
      </pc:sldChg>
      <pc:sldChg chg="modSp add mod modTransition modAnim modNotesTx">
        <pc:chgData name="Simon Fong" userId="0989948daaec8292" providerId="LiveId" clId="{F12E0490-60F3-4147-9D04-93D87D41D5A0}" dt="2026-10-21T19:11:58.499" v="11804"/>
        <pc:sldMkLst>
          <pc:docMk/>
          <pc:sldMk cId="3589390894" sldId="356"/>
        </pc:sldMkLst>
        <pc:spChg chg="mod">
          <ac:chgData name="Simon Fong" userId="0989948daaec8292" providerId="LiveId" clId="{F12E0490-60F3-4147-9D04-93D87D41D5A0}" dt="2026-10-21T15:47:58.528" v="11209" actId="14100"/>
          <ac:spMkLst>
            <pc:docMk/>
            <pc:sldMk cId="3589390894" sldId="356"/>
            <ac:spMk id="6" creationId="{A5E1E015-23C3-D12E-E4F8-A2711F021999}"/>
          </ac:spMkLst>
        </pc:spChg>
        <pc:picChg chg="mod">
          <ac:chgData name="Simon Fong" userId="0989948daaec8292" providerId="LiveId" clId="{F12E0490-60F3-4147-9D04-93D87D41D5A0}" dt="2026-10-21T16:02:16.798" v="11471" actId="14826"/>
          <ac:picMkLst>
            <pc:docMk/>
            <pc:sldMk cId="3589390894" sldId="356"/>
            <ac:picMk id="3" creationId="{7937E774-7CCA-2A71-EA69-722B6AB63A2B}"/>
          </ac:picMkLst>
        </pc:picChg>
      </pc:sldChg>
      <pc:sldChg chg="modSp add mod modTransition modNotesTx">
        <pc:chgData name="Simon Fong" userId="0989948daaec8292" providerId="LiveId" clId="{F12E0490-60F3-4147-9D04-93D87D41D5A0}" dt="2026-10-21T19:14:37.062" v="11809"/>
        <pc:sldMkLst>
          <pc:docMk/>
          <pc:sldMk cId="2350224871" sldId="357"/>
        </pc:sldMkLst>
        <pc:spChg chg="mod">
          <ac:chgData name="Simon Fong" userId="0989948daaec8292" providerId="LiveId" clId="{F12E0490-60F3-4147-9D04-93D87D41D5A0}" dt="2026-10-21T15:57:47.607" v="11306" actId="14100"/>
          <ac:spMkLst>
            <pc:docMk/>
            <pc:sldMk cId="2350224871" sldId="357"/>
            <ac:spMk id="6" creationId="{D8FD39D0-9B43-DED0-5DAD-B48EACA740BC}"/>
          </ac:spMkLst>
        </pc:spChg>
        <pc:picChg chg="mod">
          <ac:chgData name="Simon Fong" userId="0989948daaec8292" providerId="LiveId" clId="{F12E0490-60F3-4147-9D04-93D87D41D5A0}" dt="2026-10-21T16:02:23.336" v="11472" actId="14826"/>
          <ac:picMkLst>
            <pc:docMk/>
            <pc:sldMk cId="2350224871" sldId="357"/>
            <ac:picMk id="3" creationId="{0C949CC4-404A-1612-8971-E31A560D2942}"/>
          </ac:picMkLst>
        </pc:picChg>
      </pc:sldChg>
      <pc:sldChg chg="modSp add mod modTransition modNotesTx">
        <pc:chgData name="Simon Fong" userId="0989948daaec8292" providerId="LiveId" clId="{F12E0490-60F3-4147-9D04-93D87D41D5A0}" dt="2026-10-21T19:14:41.998" v="11814"/>
        <pc:sldMkLst>
          <pc:docMk/>
          <pc:sldMk cId="3086191465" sldId="358"/>
        </pc:sldMkLst>
        <pc:spChg chg="mod">
          <ac:chgData name="Simon Fong" userId="0989948daaec8292" providerId="LiveId" clId="{F12E0490-60F3-4147-9D04-93D87D41D5A0}" dt="2026-10-21T15:59:08.572" v="11354" actId="14100"/>
          <ac:spMkLst>
            <pc:docMk/>
            <pc:sldMk cId="3086191465" sldId="358"/>
            <ac:spMk id="6" creationId="{9CECAFDD-8183-910F-8447-52D5251C1783}"/>
          </ac:spMkLst>
        </pc:spChg>
        <pc:picChg chg="mod">
          <ac:chgData name="Simon Fong" userId="0989948daaec8292" providerId="LiveId" clId="{F12E0490-60F3-4147-9D04-93D87D41D5A0}" dt="2026-10-21T16:02:30.187" v="11473" actId="14826"/>
          <ac:picMkLst>
            <pc:docMk/>
            <pc:sldMk cId="3086191465" sldId="358"/>
            <ac:picMk id="3" creationId="{E0C36C1A-EB18-1FBE-6D37-8E7F0A7D43D2}"/>
          </ac:picMkLst>
        </pc:picChg>
      </pc:sldChg>
      <pc:sldChg chg="modSp add mod modTransition modNotesTx">
        <pc:chgData name="Simon Fong" userId="0989948daaec8292" providerId="LiveId" clId="{F12E0490-60F3-4147-9D04-93D87D41D5A0}" dt="2026-10-21T19:14:49.987" v="11819"/>
        <pc:sldMkLst>
          <pc:docMk/>
          <pc:sldMk cId="3365818493" sldId="359"/>
        </pc:sldMkLst>
        <pc:spChg chg="mod">
          <ac:chgData name="Simon Fong" userId="0989948daaec8292" providerId="LiveId" clId="{F12E0490-60F3-4147-9D04-93D87D41D5A0}" dt="2026-10-21T16:03:56.268" v="11491" actId="14100"/>
          <ac:spMkLst>
            <pc:docMk/>
            <pc:sldMk cId="3365818493" sldId="359"/>
            <ac:spMk id="6" creationId="{1F0102E9-6916-4713-9F93-379CAE1C011F}"/>
          </ac:spMkLst>
        </pc:spChg>
        <pc:picChg chg="mod">
          <ac:chgData name="Simon Fong" userId="0989948daaec8292" providerId="LiveId" clId="{F12E0490-60F3-4147-9D04-93D87D41D5A0}" dt="2026-10-21T16:02:36.472" v="11474" actId="14826"/>
          <ac:picMkLst>
            <pc:docMk/>
            <pc:sldMk cId="3365818493" sldId="359"/>
            <ac:picMk id="3" creationId="{5C46897D-AD17-E03C-1804-D6264C6EF6EE}"/>
          </ac:picMkLst>
        </pc:picChg>
      </pc:sldChg>
      <pc:sldChg chg="delSp modSp add mod ord modTransition delAnim modAnim">
        <pc:chgData name="Simon Fong" userId="0989948daaec8292" providerId="LiveId" clId="{F12E0490-60F3-4147-9D04-93D87D41D5A0}" dt="2026-10-21T21:52:59.412" v="11834"/>
        <pc:sldMkLst>
          <pc:docMk/>
          <pc:sldMk cId="1607717512" sldId="362"/>
        </pc:sldMkLst>
        <pc:spChg chg="mod">
          <ac:chgData name="Simon Fong" userId="0989948daaec8292" providerId="LiveId" clId="{F12E0490-60F3-4147-9D04-93D87D41D5A0}" dt="2026-10-21T21:46:57.035" v="11825" actId="5793"/>
          <ac:spMkLst>
            <pc:docMk/>
            <pc:sldMk cId="1607717512" sldId="362"/>
            <ac:spMk id="5" creationId="{3D43E055-5A9B-0C8F-9EB7-952970FE1877}"/>
          </ac:spMkLst>
        </pc:spChg>
        <pc:spChg chg="mod">
          <ac:chgData name="Simon Fong" userId="0989948daaec8292" providerId="LiveId" clId="{F12E0490-60F3-4147-9D04-93D87D41D5A0}" dt="2026-10-21T21:46:51.240" v="11823" actId="255"/>
          <ac:spMkLst>
            <pc:docMk/>
            <pc:sldMk cId="1607717512" sldId="362"/>
            <ac:spMk id="21" creationId="{6858D4A1-E58F-932C-99AE-B99C27499249}"/>
          </ac:spMkLst>
        </pc:spChg>
      </pc:sldChg>
      <pc:sldChg chg="add del">
        <pc:chgData name="Simon Fong" userId="0989948daaec8292" providerId="LiveId" clId="{F12E0490-60F3-4147-9D04-93D87D41D5A0}" dt="2026-10-22T20:46:24.781" v="11836" actId="2890"/>
        <pc:sldMkLst>
          <pc:docMk/>
          <pc:sldMk cId="3636025269" sldId="363"/>
        </pc:sldMkLst>
      </pc:sldChg>
      <pc:sldMasterChg chg="setBg modSldLayout">
        <pc:chgData name="Simon Fong" userId="0989948daaec8292" providerId="LiveId" clId="{F12E0490-60F3-4147-9D04-93D87D41D5A0}" dt="2026-10-20T23:45:54.116" v="5417"/>
        <pc:sldMasterMkLst>
          <pc:docMk/>
          <pc:sldMasterMk cId="1665112790" sldId="2147483759"/>
        </pc:sldMasterMkLst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497200525" sldId="2147483760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222384926" sldId="2147483761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424830979" sldId="2147483762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336630391" sldId="2147483763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336070296" sldId="2147483764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17942018" sldId="2147483765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388594335" sldId="2147483766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224422293" sldId="2147483767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828374964" sldId="2147483768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446437269" sldId="2147483769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096441000" sldId="2147483770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697300382" sldId="21474837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C3641-D97D-4221-8E4A-4CE191803EE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43C2D-F906-40B9-A627-61546CDC67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68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056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attacker finds an unpatched application and tests it for React2Shell.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the attack begins.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0976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tries to get the user id and finds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runs as root.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8922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details reveal Debian and help the attacker understand the environment.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9438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execution gives the attacker a foothold. Next, the attacker inspects the container.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4297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 variables reveal Kubernetes and a secret available to the app.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3391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reads the container secret directly from the process environment.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9245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mounted service account token exposes the pod's Kubernetes identity.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139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uses the token to authenticate a request to the Kubernetes API.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8083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compromised app exposes a secret and a workload identity. Next comes cluster access.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4748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discovers an internal API listening on port 3000 in another namespace.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9261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request from the compromised pod returns two internal user records: Alice and Bob.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33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Kubernetes API reveals a secret in the internal namespace.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3143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Broad RBAC permissions let the attacker retrieve the secret and decode its value.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1962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data and the cluster secret are exposed. The attacker now investigates the cloud layer identity.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2780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environment variables identify the IAM role and the separate IRSA token file.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82896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IRSA exchanges the projected token for temporary AWS credentials. The role's permissions determine access.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3287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uploads a Node.js script to use the pod's AWS identity.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5700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the pod's AWS role, the attacker lists secrets and finds a RDS credential.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98902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 Manager returns the RDS credential, including its username, password, and port.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6898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script retrieves the cloud secret, completing access to all three secrets.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4935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 vulnerability enables remote code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73669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DC6E4-7C15-0C87-F4CF-F5B5B872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3F97E-EF59-443F-74CD-C30477EF7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4356A-638B-E43A-001D-136EC9A83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Readable environment variables exposes container secret.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2D9C4-9E31-97D3-3A8A-E4CB80B1A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66651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8BCB-D2A0-66A6-EF93-635FF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5BE0C-63A0-71EE-4476-279808755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D6A4C-B0F6-1941-5C4B-B5D1961D5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effectLst/>
              </a:rPr>
              <a:t>A mounted token makes the API server and the cluster secret accessible due to broad RBAC.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675A9-0D18-071F-44C1-BC48BE9E6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143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8602-EC4F-CB52-AC19-33C57449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9C59A-993C-D044-8641-228CFAF95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7013A-6542-6158-C9BF-822D4AA71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effectLst/>
              </a:rPr>
              <a:t>The flat network in cluster 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exposes internal data.</a:t>
            </a:r>
          </a:p>
          <a:p>
            <a:endParaRPr lang="en-CA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DEDEA-ECC8-E864-030A-17A79157B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43508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9154-5CDB-4908-A8B5-422A6CC63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AB5B2-D0DA-B726-CA13-6C50671DD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F90C5-A24C-E468-6C11-BA033DBEE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IRSA injected token and assume role expose the IAM role credentials. And broad IAM permissions allow secret access.</a:t>
            </a:r>
            <a:endParaRPr lang="en-CA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3C48D-ED66-AFE0-1743-D9C268799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27196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C36D-DE53-AD36-6C54-C45E155FF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A2B92-2482-47B7-DB76-3D4B18DE2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480CC-1035-BB5C-417C-692D6E093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has reached the secrets. Next, we switch to the platform administrator’s perspective to detect the breach, investigate the evidence, and contain the compromised pod.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34490-2804-3A48-6692-D4A2D23EF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393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AC95-1BD0-D5BD-EA4D-95B89C696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D8CB8-79C7-2A96-8FAF-B2D5C0A42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6AFEB-571D-41CA-974B-28509E9C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D71D7-7D5B-1EC6-57D7-7616BBE1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05ECD-4F3E-73B7-2AB0-6D5BE3C4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20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7BB3-50A4-58AB-7B02-490FD521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91A38-8669-C39C-9E6B-316DA0D5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EDF95-B307-51F8-DECF-B44CB1E2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2871-1325-059D-530B-BDD25B28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1911-4B6E-FECE-011E-251CD036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238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2F06-A1E8-36F1-B94A-DE1BDB65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A934A-FB4E-6879-B7A6-98571447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4FC4E-5642-A56D-D15E-25E8C85F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C825-6A32-ED7A-9767-D5B047A8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BB5D-FB5A-74F7-11ED-3E755F6E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483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55B0-1F3D-F4A0-5BEF-F606A2D0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C31B-767A-5897-44BA-2141F12D2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E4D79-D1C2-877D-7139-336285B70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89AD9-8F82-9567-2F92-B2F739AE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2D390-516F-E604-8197-6373E12B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56101-EB47-9389-2DC0-49B79192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663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CBFB-0E08-C0A4-43C6-ECC96037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E745B-0100-FE43-2418-8939A2392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56A66-37B4-01ED-0F07-41AEAD41C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356B7-A3C2-442B-204E-D8A947937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D2C3B-813A-A445-C5C9-30DD7B377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E522A-2184-DE56-6F0A-62ADC664F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B07E5-08F2-C9C7-AB46-F1F16F4E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CD104-DA67-5D73-435F-7AB99EEA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607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5C52-7A09-0581-9E28-732BC792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A3864-EE81-E1A8-3FCA-940C6939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BEC60-E73E-F4B8-34FF-2032196D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F1D31-7C61-08F2-BF32-EBC19B38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4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AEF73-FC3A-3E23-FF03-04DEEB77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DE635-FE03-F8C6-8C63-39BA23F4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996D-ECAC-0E7A-BAA0-30DF429D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859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7600-46BA-310F-E840-9FD891EE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B522-C0B2-C9D4-69A4-5BAC0C9B0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AB4AD-89D5-0560-F415-7AD941131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AE0E2-53FB-FC0C-6FFC-6DA548AA5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29A5F-B066-AE3A-B101-71144257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D923F-377C-633F-EF98-CF9B4C06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442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B2FF-FAE7-0DDB-F193-9DEAD97E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DE531-9654-C3AA-8EA8-0A57169E9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B3564-784E-E424-7BF5-A422D65E5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29DF2-58F8-C2E1-7BD8-D6C32B9B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E5B1B-4EFF-8334-361C-4507751D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7B532-7C88-2DAB-E4E4-09B891BB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37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E18F-448A-8DA0-FC0A-C6232609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8D12E-D5C3-7905-2927-162149488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E81EC-713F-5DB0-8215-699C2016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6A23-ABB2-7851-EC95-59594BA7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9B78B-DA71-6C99-CD79-3FC70DA9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43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4A6BA-98E5-7EA2-46CE-8810EFA2A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0F95B-13B5-ACFE-983A-DA8BE6312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A19D3-F465-12BE-2F21-25B74CB5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5E0B5-284B-ADA6-80A7-C539A76F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3CB72-1206-FAD7-23C6-89B72058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6441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61397C-706D-4EB8-B1E1-D1B680D284C3}" type="datetime1">
              <a:rPr lang="en-US" smtClean="0"/>
              <a:t>10/23/2026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300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21B6B-3277-7B3E-D636-D9AFF1E2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F435F-36AF-313C-7FA1-017B05742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41C9C-270A-4951-1EAA-61A2E2634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94C93-997A-BD0B-48F6-10EF316F8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DE3BB-45FF-070C-2C0C-02C6FC0BC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5112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58F0ED-9F1D-EFEC-3544-41B5BB8F4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7" r="7867"/>
          <a:stretch/>
        </p:blipFill>
        <p:spPr>
          <a:xfrm flipH="1"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B66FF80-661C-B63A-31A9-41C8E14A7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931417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React2Shell on Amazon EKS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FFB20242-D968-BFEB-4CC4-53D1AD03B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806289" cy="135939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One vulnerability. Four layers.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Attack. Detect. Harden. Integrate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05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4D4A6-B1DA-E51A-5483-FC1FF329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FAB4-09B7-EB32-768D-B4308FE8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 Attacker's Story 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E4947C39-FB44-13AB-6D85-5B4536E612D4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</a:t>
            </a: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day after </a:t>
            </a:r>
            <a:r>
              <a:rPr lang="en-CA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 </a:t>
            </a: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disclosure</a:t>
            </a:r>
            <a:r>
              <a:rPr lang="en-CA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(CVE-2025-55182)</a:t>
            </a: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attacker targets an unpatched app at </a:t>
            </a:r>
            <a:r>
              <a:rPr lang="en-CA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react2shell.arguswatcher.net</a:t>
            </a: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CA" sz="3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</a:t>
            </a: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begins…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30C845-2B6A-C67B-FAAA-D62650087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99" b="50378"/>
          <a:stretch>
            <a:fillRect/>
          </a:stretch>
        </p:blipFill>
        <p:spPr>
          <a:xfrm>
            <a:off x="4176551" y="2918336"/>
            <a:ext cx="7860421" cy="34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39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4CB25-09C9-33D4-9E1F-FFF42362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3B02FF7-99F7-FDB7-1FB2-ACCCF640C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C1331-EFAD-8170-5D75-846B2AD91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9C661C2C-42CF-042C-526F-FF6ADD970227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access with the webapp.</a:t>
            </a:r>
            <a:endParaRPr lang="en-CA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521340-72EE-8120-5F77-E4F77CBF9C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20" r="35072"/>
          <a:stretch>
            <a:fillRect/>
          </a:stretch>
        </p:blipFill>
        <p:spPr>
          <a:xfrm>
            <a:off x="157743" y="3202876"/>
            <a:ext cx="11693372" cy="360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95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8000">
        <p159:morph option="byObject"/>
      </p:transition>
    </mc:Choice>
    <mc:Fallback xmlns=""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3A64A-8D22-D11C-05A5-2624F054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8F1DB40-8A87-06B1-26B9-4AFE6CDD2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F7B55-0E86-81BE-BCEA-B418594E5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F83ECEE-842B-5C7A-4B24-15265F3F8B3F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Inspect the runtime environment</a:t>
            </a: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10A309-E41C-859A-65B4-82495C124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" r="23411" b="1093"/>
          <a:stretch>
            <a:fillRect/>
          </a:stretch>
        </p:blipFill>
        <p:spPr>
          <a:xfrm>
            <a:off x="133349" y="2259378"/>
            <a:ext cx="11055351" cy="444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80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8000">
        <p159:morph option="byObject"/>
      </p:transition>
    </mc:Choice>
    <mc:Fallback xmlns=""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08FF2-6C56-FB83-2B82-2EE68AA3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B4817D6-47CB-A5A2-9E37-8A167EFE3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FF901-EDE1-1688-9AFC-9BBC2EE42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113BDD0D-BF04-8D0A-B104-D2F482277D66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6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Layer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remote code execution in the app.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The process runs as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Debian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Next: explore the container...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CA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C56BD-9398-C32E-CDFF-C169ECC40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63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6000">
        <p159:morph option="byObject"/>
      </p:transition>
    </mc:Choice>
    <mc:Fallback xmlns="">
      <p:transition spd="slow" advClick="0" advTm="1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F9B5F-1342-EDB7-06A9-248D9631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8585934-AEB4-1965-41C2-E43C6B54E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577A6-9B76-59E6-969C-E1A7E9078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A1C8B9D-53F5-4AC6-08AF-FF24D9E9455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Inspect environment variables</a:t>
            </a:r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Kubernetes environment detected.</a:t>
            </a:r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Container secret found.</a:t>
            </a:r>
          </a:p>
          <a:p>
            <a:pPr lvl="1">
              <a:lnSpc>
                <a:spcPct val="100000"/>
              </a:lnSpc>
              <a:buFontTx/>
              <a:buChar char="-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6C43A-49CF-5DAC-E54F-66426B5C8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E45675-76C8-86C4-14A7-58E8C907D1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76"/>
          <a:stretch>
            <a:fillRect/>
          </a:stretch>
        </p:blipFill>
        <p:spPr>
          <a:xfrm>
            <a:off x="5210175" y="1043998"/>
            <a:ext cx="6819901" cy="552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58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3000">
        <p159:morph option="byObject"/>
      </p:transition>
    </mc:Choice>
    <mc:Fallback xmlns=""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680C-8599-D8EB-9C28-A2D7E05F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5586E152-CCD5-3FEC-8843-C4801C9DC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62931-9964-8B61-5CDB-40C72B959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EC8DDD9-CC9F-AE93-960B-5B2FBC386262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 the container secret: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CONTAINER_SECRET</a:t>
            </a:r>
          </a:p>
          <a:p>
            <a:pPr>
              <a:buFont typeface="Wingdings" panose="05000000000000000000" pitchFamily="2" charset="2"/>
              <a:buChar char="Ø"/>
            </a:pP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2470D-C606-3B08-AAD2-1EFFB9EC9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BBA423-E782-8B38-325A-A0247F3782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63"/>
          <a:stretch>
            <a:fillRect/>
          </a:stretch>
        </p:blipFill>
        <p:spPr>
          <a:xfrm>
            <a:off x="155755" y="2684435"/>
            <a:ext cx="11880490" cy="240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2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43AB-4469-BAF9-A366-409112B1F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1483E72-0219-AE89-5BAA-8939E1BBC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D433F-2DAB-96C7-8016-145B4334C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008FEE48-14CF-C57B-A40D-F0338BE0C645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Locate and read the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account token</a:t>
            </a:r>
          </a:p>
          <a:p>
            <a:pPr marL="0" indent="0">
              <a:lnSpc>
                <a:spcPct val="100000"/>
              </a:lnSpc>
              <a:buNone/>
            </a:pPr>
            <a:endParaRPr lang="en-CA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F8A30-44D2-CABB-8D0A-326E7AB65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13398F-8067-9FCA-DFB9-D1306EC3A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69"/>
          <a:stretch>
            <a:fillRect/>
          </a:stretch>
        </p:blipFill>
        <p:spPr>
          <a:xfrm>
            <a:off x="142569" y="2927194"/>
            <a:ext cx="11906862" cy="274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53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5F01-798B-EAED-9EC2-EAD2290D3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8BC8D08-D16E-432D-6F4C-073B93A5E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30C47-7EB2-80FC-6B8E-66D2907BD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1D4E8BE-C650-FD61-99E2-FF1F0D3E3B41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Query the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 API server</a:t>
            </a: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API server IP: 172.16.110.140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108D16-3AF3-F9D0-65BD-BACF91D127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F63EB2-4002-7F34-DC04-2F9F59A0E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27"/>
          <a:stretch>
            <a:fillRect/>
          </a:stretch>
        </p:blipFill>
        <p:spPr>
          <a:xfrm>
            <a:off x="104467" y="2516734"/>
            <a:ext cx="10779433" cy="428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33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3C10-CD6F-9004-33C6-A2611BA9A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F6A02C4-B835-25CD-3465-07407040D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951B4-2271-28E8-85CB-45899AF17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3B6B738-89C6-37DF-F851-AC887DEBD6E2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6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 Layer</a:t>
            </a: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The app runs in </a:t>
            </a:r>
            <a:r>
              <a:rPr lang="en-CA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Environment variables expose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CONTAINER_SECRET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The mounted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account token 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API authentication.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Next: lateral movement across the cluster…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1A1FB7-074D-D384-F826-BC2EADFC3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B57E45-01AE-4840-9C56-ADB244C5F8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73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7000">
        <p159:morph option="byObject"/>
      </p:transition>
    </mc:Choice>
    <mc:Fallback xmlns="">
      <p:transition spd="slow" advClick="0" advTm="1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2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3D60-A1EB-4065-DE70-6D97EFF8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67D8542-FFE6-5BEE-B2CF-529F9384D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93109-7B90-7B06-6C39-920DB0049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D7527AF6-7EB9-6468-B8E6-DAC566666A9A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Internal API discovered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C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Namespace: </a:t>
            </a:r>
            <a:r>
              <a:rPr lang="en-CA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  <a:p>
            <a:pPr marL="0" indent="0">
              <a:buNone/>
            </a:pPr>
            <a:r>
              <a:rPr lang="en-C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Port: </a:t>
            </a:r>
            <a:r>
              <a:rPr lang="en-CA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268DB0-4C54-E83D-E793-5A3C680489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D3F2E8-FA83-3338-B00E-85F3936B9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76D9BC-2384-ACB4-0A94-7B2FA96A5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" r="35518" b="39373"/>
          <a:stretch>
            <a:fillRect/>
          </a:stretch>
        </p:blipFill>
        <p:spPr>
          <a:xfrm>
            <a:off x="153749" y="2975351"/>
            <a:ext cx="9347424" cy="373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37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3000">
        <p159:morph option="byObject"/>
      </p:transition>
    </mc:Choice>
    <mc:Fallback xmlns=""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85B91-F761-3437-681B-3FF065F93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71A0F6A-6020-9C29-BFAA-8BC2E7580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8EBF0-36C9-94C2-56CA-C885A8830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534F9FC-5B16-8099-A97F-F97DFE53C2E2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 data from the internal API</a:t>
            </a:r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Two user records exposed: Alice and Bob.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C74DE5-1CD4-F030-26B6-7789B3128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0F33A7-3369-38B1-FBCD-ED6D23C430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5071E7-AB93-FF72-AEF1-60A82A3071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06"/>
          <a:stretch>
            <a:fillRect/>
          </a:stretch>
        </p:blipFill>
        <p:spPr>
          <a:xfrm>
            <a:off x="142569" y="2844766"/>
            <a:ext cx="11906862" cy="208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13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284D-19E4-70FB-6834-FD96B1352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88AB290-26B6-7B31-A17F-96BB7A306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BA7DB-FC92-2039-102A-4383E29B6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74F341D-FAA8-4F28-D001-25BD4EFE2BDA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secret discovered</a:t>
            </a: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Secret: </a:t>
            </a:r>
            <a:r>
              <a:rPr lang="en-CA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cluster-secret</a:t>
            </a:r>
          </a:p>
          <a:p>
            <a:pPr marL="0" indent="0">
              <a:buNone/>
            </a:pPr>
            <a:r>
              <a:rPr lang="en-CA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Namespace: </a:t>
            </a:r>
            <a:r>
              <a:rPr lang="en-CA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F3FED-C925-2B51-D9A7-7EB468310F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4869ED-D38E-635E-DCA9-ACFC057E2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5212E7-A56F-3EB9-C019-C98856B803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79" r="43074" b="45615"/>
          <a:stretch>
            <a:fillRect/>
          </a:stretch>
        </p:blipFill>
        <p:spPr>
          <a:xfrm>
            <a:off x="175259" y="3258756"/>
            <a:ext cx="9603741" cy="338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17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4000">
        <p159:morph option="byObject"/>
      </p:transition>
    </mc:Choice>
    <mc:Fallback xmlns=""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4FC8B-4D95-E7D4-A1B9-F61C0A20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4C28F24-7BCA-A079-3E94-D43ECE497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D5046-85AF-D5F3-0F10-532E01754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18773E1-E697-BAA3-558F-F73F5F8F252E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dirty="0"/>
              <a:t>Read and decode the cluster secret</a:t>
            </a:r>
          </a:p>
          <a:p>
            <a:pPr marL="0" indent="0">
              <a:buNone/>
            </a:pPr>
            <a:r>
              <a:rPr lang="en-CA" dirty="0"/>
              <a:t>     - Retrieve </a:t>
            </a:r>
            <a:r>
              <a:rPr lang="en-CA" dirty="0">
                <a:solidFill>
                  <a:srgbClr val="FFC000"/>
                </a:solidFill>
              </a:rPr>
              <a:t>cluster-secret</a:t>
            </a:r>
            <a:r>
              <a:rPr lang="en-CA" dirty="0"/>
              <a:t> from the </a:t>
            </a:r>
            <a:r>
              <a:rPr lang="en-CA" dirty="0">
                <a:solidFill>
                  <a:srgbClr val="FFC000"/>
                </a:solidFill>
              </a:rPr>
              <a:t>internal</a:t>
            </a:r>
            <a:r>
              <a:rPr lang="en-CA" dirty="0"/>
              <a:t> namespace.</a:t>
            </a:r>
          </a:p>
          <a:p>
            <a:pPr marL="0" indent="0">
              <a:buNone/>
            </a:pPr>
            <a:r>
              <a:rPr lang="en-CA" dirty="0"/>
              <a:t>     - Decode its value.</a:t>
            </a:r>
          </a:p>
          <a:p>
            <a:pPr lvl="1">
              <a:lnSpc>
                <a:spcPct val="100000"/>
              </a:lnSpc>
              <a:buFontTx/>
              <a:buChar char="-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D97C37-060C-5399-1EC2-902FF9390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52368B-EB2C-AA30-48FF-8A843D0B2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20B343-23A5-D59E-20E4-188E4A76C1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63" r="27868" b="-155"/>
          <a:stretch>
            <a:fillRect/>
          </a:stretch>
        </p:blipFill>
        <p:spPr>
          <a:xfrm>
            <a:off x="222778" y="3454400"/>
            <a:ext cx="11746443" cy="9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11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2000">
        <p159:morph option="byObject"/>
      </p:transition>
    </mc:Choice>
    <mc:Fallback xmlns=""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3CEE9-7A48-AD32-030B-A57C2539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19C928A-6012-D24B-69F0-B535B6D7D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FF8C7-721E-D4D8-45DA-4A21C6232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5EC7EF24-09D1-07E9-A675-ACFE9F99F71D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6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Layer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API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exposed.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secret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retrieved.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Next, privilege escalation...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F6471-9A9C-796A-4CB1-543C5ECDD3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32668A-C6AD-E2BD-C600-17AD3DD84B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B20360-B5C2-C91A-B972-A0B6E6A06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29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5E2A-B03C-BFA8-367C-99825BF4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D46AA4F-F164-1948-3F88-DCBFCFE15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CA84E-5FB2-65C3-B105-80958CB44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B2135E3-4197-4D00-88AC-0F0CBEDA9DD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identity discovered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AWS_*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variables reveal region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ca-central-1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The pod has an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IAM role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a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identity token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C1C30C-4713-8C94-CB2C-12E67E891F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7AC0CB-4B67-4AE0-394B-A7E062973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393959-E4D7-C207-0AD9-9AEA54BA0F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D41F4-EC5E-2025-0DF8-FB621BBB3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73"/>
          <a:stretch>
            <a:fillRect/>
          </a:stretch>
        </p:blipFill>
        <p:spPr>
          <a:xfrm>
            <a:off x="365760" y="3182255"/>
            <a:ext cx="11404600" cy="350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3000">
        <p159:morph option="byObject"/>
      </p:transition>
    </mc:Choice>
    <mc:Fallback xmlns=""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B0AC-C6BF-CB87-C308-643D8A253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854AA77-4144-0C37-D17D-49C7EF64E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FCC87-0B21-BF2F-307B-033AB3503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C3177B20-FA5E-288D-B5DF-5FC6921A267B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IRSA lets EKS pods assume IAM roles</a:t>
            </a:r>
            <a:endParaRPr lang="en-CA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The role's permissions determine access to AWS services, like Secrets Manager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4F9162-1995-0B33-DE0C-A591DD97D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721F2E-B171-A076-89CF-615FB09DA2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F01B04-41F8-F625-1C91-FF86C4828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5526A8F9-2764-7D70-6D55-DAF86557706A}"/>
              </a:ext>
            </a:extLst>
          </p:cNvPr>
          <p:cNvGrpSpPr/>
          <p:nvPr/>
        </p:nvGrpSpPr>
        <p:grpSpPr>
          <a:xfrm>
            <a:off x="2076577" y="3427423"/>
            <a:ext cx="8241043" cy="1074282"/>
            <a:chOff x="2076577" y="3427423"/>
            <a:chExt cx="8241043" cy="107428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A88B55-B3BB-2877-D36F-D729C82DF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22" t="12804" r="11424" b="14641"/>
            <a:stretch>
              <a:fillRect/>
            </a:stretch>
          </p:blipFill>
          <p:spPr>
            <a:xfrm>
              <a:off x="5691436" y="3427423"/>
              <a:ext cx="809129" cy="54864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05F281D-68B5-C7BD-387C-07F6C13CA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483" y="3427423"/>
              <a:ext cx="564064" cy="5486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16EAD7C6-27C0-65CB-C043-1F082D593A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71962" y="3427423"/>
              <a:ext cx="548640" cy="548640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B5BFCB6-2529-21EC-8304-0AE189D1F640}"/>
                </a:ext>
              </a:extLst>
            </p:cNvPr>
            <p:cNvCxnSpPr>
              <a:stCxn id="13" idx="3"/>
              <a:endCxn id="11" idx="1"/>
            </p:cNvCxnSpPr>
            <p:nvPr/>
          </p:nvCxnSpPr>
          <p:spPr>
            <a:xfrm>
              <a:off x="2864547" y="3701743"/>
              <a:ext cx="2826889" cy="0"/>
            </a:xfrm>
            <a:prstGeom prst="straightConnector1">
              <a:avLst/>
            </a:prstGeom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12A3DD8-B277-02B8-A1F0-14BFEAB665E8}"/>
                </a:ext>
              </a:extLst>
            </p:cNvPr>
            <p:cNvCxnSpPr>
              <a:cxnSpLocks/>
            </p:cNvCxnSpPr>
            <p:nvPr/>
          </p:nvCxnSpPr>
          <p:spPr>
            <a:xfrm>
              <a:off x="6500565" y="3721048"/>
              <a:ext cx="2571397" cy="0"/>
            </a:xfrm>
            <a:prstGeom prst="straightConnector1">
              <a:avLst/>
            </a:prstGeom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544943-D2EC-B93C-A57B-97C2CCC570C4}"/>
                </a:ext>
              </a:extLst>
            </p:cNvPr>
            <p:cNvSpPr txBox="1"/>
            <p:nvPr/>
          </p:nvSpPr>
          <p:spPr>
            <a:xfrm>
              <a:off x="5384106" y="4065717"/>
              <a:ext cx="1423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Assume role</a:t>
              </a:r>
              <a:endParaRPr lang="en-CA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7DC837-68DE-2683-0328-DFADA0AD0575}"/>
                </a:ext>
              </a:extLst>
            </p:cNvPr>
            <p:cNvSpPr txBox="1"/>
            <p:nvPr/>
          </p:nvSpPr>
          <p:spPr>
            <a:xfrm>
              <a:off x="2076577" y="4132373"/>
              <a:ext cx="1004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EKS pod</a:t>
              </a:r>
              <a:endParaRPr lang="en-CA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3B1CAD-8D21-A149-6EA8-DADE0533D0FE}"/>
                </a:ext>
              </a:extLst>
            </p:cNvPr>
            <p:cNvSpPr txBox="1"/>
            <p:nvPr/>
          </p:nvSpPr>
          <p:spPr>
            <a:xfrm>
              <a:off x="8465125" y="4085022"/>
              <a:ext cx="18524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Secrets Manager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1132955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1000">
        <p159:morph option="byObject"/>
      </p:transition>
    </mc:Choice>
    <mc:Fallback xmlns="">
      <p:transition spd="slow" advClick="0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997A-2726-6B54-FB3C-C03137EA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52C6DE9-F32F-7217-21DA-18494A14E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1FAFE7-8CC5-1FCF-7F41-45D925CF1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0EB6E484-19CC-C114-9DEE-B0273D5D8E11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and upload a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script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pod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2175A-03E9-A495-9170-7C06455B5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2D9AFC-ED56-E949-DE18-FFCFB6C85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F690CF-6139-D0E8-8962-6AC792631D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6D32A4-D9BD-E7A7-32E6-1921C045B9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16" b="70603"/>
          <a:stretch>
            <a:fillRect/>
          </a:stretch>
        </p:blipFill>
        <p:spPr>
          <a:xfrm>
            <a:off x="81839" y="2872192"/>
            <a:ext cx="12028322" cy="268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92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7A8AF-D930-FD61-4EEC-4E6C1CEE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564F8E4-A3BC-5E0A-EBF8-92E779184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63451-50E8-7458-59BB-16C978D48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61DA5399-811B-A824-BB1F-84DF2595A821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List secrets in Amazon Secrets Manager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An 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RDS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credential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found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027EEA-3421-82EA-F581-A2E44FFE5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F8079C-124C-CC68-456C-5E077D30B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18041F-4A28-9FE4-3D56-31D7BF5ED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F41F8F-4E3E-FA74-22FD-AF86AD74AA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77" r="20698"/>
          <a:stretch>
            <a:fillRect/>
          </a:stretch>
        </p:blipFill>
        <p:spPr>
          <a:xfrm>
            <a:off x="365760" y="2356308"/>
            <a:ext cx="10264541" cy="44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77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1000">
        <p159:morph option="byObject"/>
      </p:transition>
    </mc:Choice>
    <mc:Fallback xmlns="">
      <p:transition spd="slow" advClick="0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6ED29-237D-4EDB-4725-85203A69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D3212B4-4017-9E8D-8B68-154C8752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98A1F-762F-645F-7260-391367D7F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1D816E4C-0072-C80F-B8F2-44B0F6857C4A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dirty="0"/>
              <a:t>Retrieve the RDS credential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username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password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5CC96-806F-F748-0469-DFA5909A8C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626FD9-84B5-5477-E4E1-7CE57E0CB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C310D6-FF86-3392-2804-13AF61F76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E9EEFB-041F-E35C-B701-76018A20AA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3262373"/>
            <a:ext cx="10893732" cy="354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59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9D5DF-BE4C-5693-E4D6-6E0FB3CB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96B01BE-0A41-168A-ED76-93E134234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Attacker    </a:t>
            </a:r>
            <a:r>
              <a:rPr lang="en-CA" sz="20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container cluster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33AF2-9087-AB74-7B6A-54FB434F0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A35F2965-0C69-E248-8D70-710C2BDE0975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6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Layer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script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uploaded and executed in the pod.</a:t>
            </a:r>
          </a:p>
          <a:p>
            <a:pPr marL="0" indent="0">
              <a:buNone/>
            </a:pP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CA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secret </a:t>
            </a:r>
            <a:r>
              <a:rPr lang="en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n-CA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three secrets </a:t>
            </a:r>
            <a:r>
              <a:rPr lang="en-CA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exposed</a:t>
            </a:r>
            <a:r>
              <a:rPr lang="en-CA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876343-6FCE-7A6B-90CC-9261318EF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29" y="510480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BBC87-DBF4-4F70-96DD-9AB60111A7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29" y="510480"/>
            <a:ext cx="274320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E380F7-2A70-7FE1-DEA3-EF59681DB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38" y="510480"/>
            <a:ext cx="274320" cy="2743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E4FCBA-10C7-73F0-6979-FBAD0FCD5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137" y="51048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39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E46AF-4A45-7028-A2DA-604D5EF7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39DA962-E80A-58D4-CA24-ED389FFC3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Chain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10715739-9713-BF85-AB40-C6E97A9527DB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2CCE02-A1FF-37A2-6E6D-D2F5AF82E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093" y="914399"/>
            <a:ext cx="10265960" cy="57810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2C232A-8EE3-27B9-148C-A5D8A6048784}"/>
              </a:ext>
            </a:extLst>
          </p:cNvPr>
          <p:cNvSpPr/>
          <p:nvPr/>
        </p:nvSpPr>
        <p:spPr>
          <a:xfrm>
            <a:off x="397042" y="2899611"/>
            <a:ext cx="1744579" cy="974557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9043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8000">
        <p159:morph option="byObject"/>
      </p:transition>
    </mc:Choice>
    <mc:Fallback xmlns=""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 nodePh="1">
                                  <p:stCondLst>
                                    <p:cond delay="17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FCF62-3E34-8B5D-1840-BE1A3FE3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5525168-1F60-695C-AF48-050032E28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Chain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5F31EA8-8DFE-C884-66CE-F0361392EB0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37E774-7CCA-2A71-EA69-722B6AB63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093" y="914399"/>
            <a:ext cx="10265960" cy="57810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E1E015-23C3-D12E-E4F8-A2711F021999}"/>
              </a:ext>
            </a:extLst>
          </p:cNvPr>
          <p:cNvSpPr/>
          <p:nvPr/>
        </p:nvSpPr>
        <p:spPr>
          <a:xfrm>
            <a:off x="2466475" y="2695074"/>
            <a:ext cx="1744579" cy="2875547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390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FB1AC-5E5D-A33F-BD10-B73A644E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E367809-D34B-01C3-C124-3F28D9578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Chain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5ACA59E3-15BC-FFCF-CAC4-3C4EE5ADD464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949CC4-404A-1612-8971-E31A560D2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093" y="914399"/>
            <a:ext cx="10265960" cy="57810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FD39D0-9B43-DED0-5DAD-B48EACA740BC}"/>
              </a:ext>
            </a:extLst>
          </p:cNvPr>
          <p:cNvSpPr/>
          <p:nvPr/>
        </p:nvSpPr>
        <p:spPr>
          <a:xfrm>
            <a:off x="4716379" y="2382253"/>
            <a:ext cx="5305926" cy="709864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0224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5396A-5D81-C9C3-ACC7-BCD30517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365BF94-C757-6435-F126-283BCAE01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Chain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9337D52-BCC7-7989-42B3-862309A7C4CD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C36C1A-EB18-1FBE-6D37-8E7F0A7D4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093" y="914399"/>
            <a:ext cx="10265960" cy="57810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ECAFDD-8183-910F-8447-52D5251C1783}"/>
              </a:ext>
            </a:extLst>
          </p:cNvPr>
          <p:cNvSpPr/>
          <p:nvPr/>
        </p:nvSpPr>
        <p:spPr>
          <a:xfrm>
            <a:off x="4716379" y="3164305"/>
            <a:ext cx="5305926" cy="55345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6191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744B-1DF0-DFB6-965E-71D8BA60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1342D43-0FDA-7694-92D9-CA54022C9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 Chain Summary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2F455A5F-2068-985E-FA70-8CFE245B63A3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CA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6897D-AD17-E03C-1804-D6264C6EF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093" y="914399"/>
            <a:ext cx="10265960" cy="57810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0102E9-6916-4713-9F93-379CAE1C011F}"/>
              </a:ext>
            </a:extLst>
          </p:cNvPr>
          <p:cNvSpPr/>
          <p:nvPr/>
        </p:nvSpPr>
        <p:spPr>
          <a:xfrm>
            <a:off x="4716379" y="4415589"/>
            <a:ext cx="5305926" cy="152801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5818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FF661-05D4-1885-5056-077A08DE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858D4A1-E58F-932C-99AE-B99C27499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44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happens next?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D43E055-5A9B-0C8F-9EB7-952970FE1877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32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 How does a platform administrator detect the breach and respond?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2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be continued: </a:t>
            </a:r>
            <a:r>
              <a:rPr lang="en-US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 Response on EKS</a:t>
            </a:r>
            <a:endParaRPr lang="en-CA" sz="32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717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7000">
        <p159:morph option="byObject"/>
      </p:transition>
    </mc:Choice>
    <mc:Fallback xmlns="">
      <p:transition spd="slow" advClick="0" advTm="7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1788</TotalTime>
  <Words>929</Words>
  <Application>Microsoft Office PowerPoint</Application>
  <PresentationFormat>Widescreen</PresentationFormat>
  <Paragraphs>169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React2Shell on Amazon EKS</vt:lpstr>
      <vt:lpstr>An Attacker's Story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Fong</dc:creator>
  <cp:lastModifiedBy>Simon Fong</cp:lastModifiedBy>
  <cp:revision>1</cp:revision>
  <dcterms:created xsi:type="dcterms:W3CDTF">2026-08-28T02:42:08Z</dcterms:created>
  <dcterms:modified xsi:type="dcterms:W3CDTF">2026-10-23T20:28:56Z</dcterms:modified>
</cp:coreProperties>
</file>