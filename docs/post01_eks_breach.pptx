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</p:sldMasterIdLst>
  <p:notesMasterIdLst>
    <p:notesMasterId r:id="rId29"/>
  </p:notesMasterIdLst>
  <p:sldIdLst>
    <p:sldId id="256" r:id="rId2"/>
    <p:sldId id="354" r:id="rId3"/>
    <p:sldId id="331" r:id="rId4"/>
    <p:sldId id="333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356" r:id="rId24"/>
    <p:sldId id="357" r:id="rId25"/>
    <p:sldId id="358" r:id="rId26"/>
    <p:sldId id="359" r:id="rId27"/>
    <p:sldId id="36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4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388DFC-2480-48D6-ACA5-3B253BE164C6}" v="5436" dt="2026-10-21T16:49:34.8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710" autoAdjust="0"/>
  </p:normalViewPr>
  <p:slideViewPr>
    <p:cSldViewPr snapToGrid="0">
      <p:cViewPr varScale="1">
        <p:scale>
          <a:sx n="53" d="100"/>
          <a:sy n="53" d="100"/>
        </p:scale>
        <p:origin x="8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Fong" userId="0989948daaec8292" providerId="LiveId" clId="{F12E0490-60F3-4147-9D04-93D87D41D5A0}"/>
    <pc:docChg chg="undo redo custSel addSld delSld modSld sldOrd modMainMaster">
      <pc:chgData name="Simon Fong" userId="0989948daaec8292" providerId="LiveId" clId="{F12E0490-60F3-4147-9D04-93D87D41D5A0}" dt="2026-10-21T16:49:34.852" v="11580"/>
      <pc:docMkLst>
        <pc:docMk/>
      </pc:docMkLst>
      <pc:sldChg chg="addSp delSp modSp new mod modTransition setBg modClrScheme addAnim delAnim modAnim setClrOvrMap delDesignElem chgLayout">
        <pc:chgData name="Simon Fong" userId="0989948daaec8292" providerId="LiveId" clId="{F12E0490-60F3-4147-9D04-93D87D41D5A0}" dt="2026-10-21T12:28:52.575" v="10575"/>
        <pc:sldMkLst>
          <pc:docMk/>
          <pc:sldMk cId="500054961" sldId="256"/>
        </pc:sldMkLst>
        <pc:spChg chg="mod">
          <ac:chgData name="Simon Fong" userId="0989948daaec8292" providerId="LiveId" clId="{F12E0490-60F3-4147-9D04-93D87D41D5A0}" dt="2026-10-20T22:34:54.386" v="4425"/>
          <ac:spMkLst>
            <pc:docMk/>
            <pc:sldMk cId="500054961" sldId="256"/>
            <ac:spMk id="22" creationId="{0B66FF80-661C-B63A-31A9-41C8E14A7664}"/>
          </ac:spMkLst>
        </pc:spChg>
        <pc:spChg chg="mod">
          <ac:chgData name="Simon Fong" userId="0989948daaec8292" providerId="LiveId" clId="{F12E0490-60F3-4147-9D04-93D87D41D5A0}" dt="2026-10-21T02:57:13.816" v="9107" actId="6549"/>
          <ac:spMkLst>
            <pc:docMk/>
            <pc:sldMk cId="500054961" sldId="256"/>
            <ac:spMk id="24" creationId="{FFB20242-D968-BFEB-4CC4-53D1AD03BDE0}"/>
          </ac:spMkLst>
        </pc:spChg>
        <pc:picChg chg="add mod ord">
          <ac:chgData name="Simon Fong" userId="0989948daaec8292" providerId="LiveId" clId="{F12E0490-60F3-4147-9D04-93D87D41D5A0}" dt="2026-10-20T22:34:34.354" v="4422" actId="14826"/>
          <ac:picMkLst>
            <pc:docMk/>
            <pc:sldMk cId="500054961" sldId="256"/>
            <ac:picMk id="32" creationId="{7158F0ED-9F1D-EFEC-3544-41B5BB8F4EAA}"/>
          </ac:picMkLst>
        </pc:picChg>
      </pc:sldChg>
      <pc:sldChg chg="addSp delSp modSp del mod modTransition setBg addAnim delAnim modAnim">
        <pc:chgData name="Simon Fong" userId="0989948daaec8292" providerId="LiveId" clId="{F12E0490-60F3-4147-9D04-93D87D41D5A0}" dt="2026-10-21T12:25:18.662" v="10543" actId="2696"/>
        <pc:sldMkLst>
          <pc:docMk/>
          <pc:sldMk cId="2614099860" sldId="299"/>
        </pc:sldMkLst>
        <pc:spChg chg="mod">
          <ac:chgData name="Simon Fong" userId="0989948daaec8292" providerId="LiveId" clId="{F12E0490-60F3-4147-9D04-93D87D41D5A0}" dt="2026-10-21T02:59:25.117" v="9127" actId="20577"/>
          <ac:spMkLst>
            <pc:docMk/>
            <pc:sldMk cId="2614099860" sldId="299"/>
            <ac:spMk id="2" creationId="{376E43E4-9D12-5EDA-E94F-09F811677D74}"/>
          </ac:spMkLst>
        </pc:spChg>
        <pc:spChg chg="add mod">
          <ac:chgData name="Simon Fong" userId="0989948daaec8292" providerId="LiveId" clId="{F12E0490-60F3-4147-9D04-93D87D41D5A0}" dt="2026-10-21T12:25:09.460" v="10542" actId="6549"/>
          <ac:spMkLst>
            <pc:docMk/>
            <pc:sldMk cId="2614099860" sldId="299"/>
            <ac:spMk id="5" creationId="{53750D2B-5767-BF89-0278-6F14B78CCAE9}"/>
          </ac:spMkLst>
        </pc:spChg>
        <pc:spChg chg="add del mod">
          <ac:chgData name="Simon Fong" userId="0989948daaec8292" providerId="LiveId" clId="{F12E0490-60F3-4147-9D04-93D87D41D5A0}" dt="2026-10-20T23:31:37.834" v="5062" actId="478"/>
          <ac:spMkLst>
            <pc:docMk/>
            <pc:sldMk cId="2614099860" sldId="299"/>
            <ac:spMk id="13" creationId="{D323A77B-D75C-34D1-A461-B3F530045021}"/>
          </ac:spMkLst>
        </pc:spChg>
        <pc:spChg chg="del mod">
          <ac:chgData name="Simon Fong" userId="0989948daaec8292" providerId="LiveId" clId="{F12E0490-60F3-4147-9D04-93D87D41D5A0}" dt="2026-10-20T23:31:28.096" v="5058" actId="478"/>
          <ac:spMkLst>
            <pc:docMk/>
            <pc:sldMk cId="2614099860" sldId="299"/>
            <ac:spMk id="21" creationId="{CF5E1C9F-87C8-D729-1C48-7A4E2FC1A732}"/>
          </ac:spMkLst>
        </pc:spChg>
        <pc:picChg chg="add del mod">
          <ac:chgData name="Simon Fong" userId="0989948daaec8292" providerId="LiveId" clId="{F12E0490-60F3-4147-9D04-93D87D41D5A0}" dt="2026-10-20T23:31:31.293" v="5060" actId="478"/>
          <ac:picMkLst>
            <pc:docMk/>
            <pc:sldMk cId="2614099860" sldId="299"/>
            <ac:picMk id="4" creationId="{3A3BFE9C-41B6-14FB-B462-7BB449AA7817}"/>
          </ac:picMkLst>
        </pc:picChg>
        <pc:picChg chg="add del mod">
          <ac:chgData name="Simon Fong" userId="0989948daaec8292" providerId="LiveId" clId="{F12E0490-60F3-4147-9D04-93D87D41D5A0}" dt="2026-10-20T23:19:14.282" v="4764" actId="478"/>
          <ac:picMkLst>
            <pc:docMk/>
            <pc:sldMk cId="2614099860" sldId="299"/>
            <ac:picMk id="7" creationId="{EEB3BABB-FABB-229F-28C0-808273B351BE}"/>
          </ac:picMkLst>
        </pc:picChg>
        <pc:picChg chg="add del mod">
          <ac:chgData name="Simon Fong" userId="0989948daaec8292" providerId="LiveId" clId="{F12E0490-60F3-4147-9D04-93D87D41D5A0}" dt="2026-10-20T23:19:33.420" v="4768" actId="478"/>
          <ac:picMkLst>
            <pc:docMk/>
            <pc:sldMk cId="2614099860" sldId="299"/>
            <ac:picMk id="9" creationId="{48566755-0D5B-89BE-1873-FE30A8D4C44A}"/>
          </ac:picMkLst>
        </pc:picChg>
        <pc:picChg chg="add del mod modCrop">
          <ac:chgData name="Simon Fong" userId="0989948daaec8292" providerId="LiveId" clId="{F12E0490-60F3-4147-9D04-93D87D41D5A0}" dt="2026-10-20T23:31:00.869" v="5049" actId="478"/>
          <ac:picMkLst>
            <pc:docMk/>
            <pc:sldMk cId="2614099860" sldId="299"/>
            <ac:picMk id="11" creationId="{A26D2A19-E7D0-C605-E10B-68946FA24630}"/>
          </ac:picMkLst>
        </pc:picChg>
        <pc:picChg chg="add del mod modCrop">
          <ac:chgData name="Simon Fong" userId="0989948daaec8292" providerId="LiveId" clId="{F12E0490-60F3-4147-9D04-93D87D41D5A0}" dt="2026-10-21T12:25:04.646" v="10541" actId="478"/>
          <ac:picMkLst>
            <pc:docMk/>
            <pc:sldMk cId="2614099860" sldId="299"/>
            <ac:picMk id="15" creationId="{FE5B35CD-2239-6B58-7260-8A80856CCAEB}"/>
          </ac:picMkLst>
        </pc:picChg>
        <pc:cxnChg chg="del">
          <ac:chgData name="Simon Fong" userId="0989948daaec8292" providerId="LiveId" clId="{F12E0490-60F3-4147-9D04-93D87D41D5A0}" dt="2026-10-20T23:31:30.257" v="5059" actId="478"/>
          <ac:cxnSpMkLst>
            <pc:docMk/>
            <pc:sldMk cId="2614099860" sldId="299"/>
            <ac:cxnSpMk id="23" creationId="{D726DB1A-1CC5-9F1B-EC30-C594C8B9CBBC}"/>
          </ac:cxnSpMkLst>
        </pc:cxnChg>
      </pc:sldChg>
      <pc:sldChg chg="del">
        <pc:chgData name="Simon Fong" userId="0989948daaec8292" providerId="LiveId" clId="{F12E0490-60F3-4147-9D04-93D87D41D5A0}" dt="2026-10-21T01:53:59.202" v="9011" actId="47"/>
        <pc:sldMkLst>
          <pc:docMk/>
          <pc:sldMk cId="3152548219" sldId="303"/>
        </pc:sldMkLst>
      </pc:sldChg>
      <pc:sldChg chg="del">
        <pc:chgData name="Simon Fong" userId="0989948daaec8292" providerId="LiveId" clId="{F12E0490-60F3-4147-9D04-93D87D41D5A0}" dt="2026-10-21T00:15:41.004" v="6188" actId="47"/>
        <pc:sldMkLst>
          <pc:docMk/>
          <pc:sldMk cId="154950490" sldId="304"/>
        </pc:sldMkLst>
      </pc:sldChg>
      <pc:sldChg chg="del">
        <pc:chgData name="Simon Fong" userId="0989948daaec8292" providerId="LiveId" clId="{F12E0490-60F3-4147-9D04-93D87D41D5A0}" dt="2026-10-21T00:15:41.913" v="6189" actId="47"/>
        <pc:sldMkLst>
          <pc:docMk/>
          <pc:sldMk cId="458410333" sldId="305"/>
        </pc:sldMkLst>
      </pc:sldChg>
      <pc:sldChg chg="del">
        <pc:chgData name="Simon Fong" userId="0989948daaec8292" providerId="LiveId" clId="{F12E0490-60F3-4147-9D04-93D87D41D5A0}" dt="2026-10-21T00:15:42.656" v="6190" actId="47"/>
        <pc:sldMkLst>
          <pc:docMk/>
          <pc:sldMk cId="2965289231" sldId="307"/>
        </pc:sldMkLst>
      </pc:sldChg>
      <pc:sldChg chg="del">
        <pc:chgData name="Simon Fong" userId="0989948daaec8292" providerId="LiveId" clId="{F12E0490-60F3-4147-9D04-93D87D41D5A0}" dt="2026-10-21T00:15:45.381" v="6192" actId="47"/>
        <pc:sldMkLst>
          <pc:docMk/>
          <pc:sldMk cId="1253844731" sldId="309"/>
        </pc:sldMkLst>
      </pc:sldChg>
      <pc:sldChg chg="del">
        <pc:chgData name="Simon Fong" userId="0989948daaec8292" providerId="LiveId" clId="{F12E0490-60F3-4147-9D04-93D87D41D5A0}" dt="2026-10-21T00:15:46.212" v="6193" actId="47"/>
        <pc:sldMkLst>
          <pc:docMk/>
          <pc:sldMk cId="1940810225" sldId="310"/>
        </pc:sldMkLst>
      </pc:sldChg>
      <pc:sldChg chg="del">
        <pc:chgData name="Simon Fong" userId="0989948daaec8292" providerId="LiveId" clId="{F12E0490-60F3-4147-9D04-93D87D41D5A0}" dt="2026-10-21T00:15:46.988" v="6194" actId="47"/>
        <pc:sldMkLst>
          <pc:docMk/>
          <pc:sldMk cId="445451169" sldId="311"/>
        </pc:sldMkLst>
      </pc:sldChg>
      <pc:sldChg chg="del">
        <pc:chgData name="Simon Fong" userId="0989948daaec8292" providerId="LiveId" clId="{F12E0490-60F3-4147-9D04-93D87D41D5A0}" dt="2026-10-21T00:15:47.797" v="6195" actId="47"/>
        <pc:sldMkLst>
          <pc:docMk/>
          <pc:sldMk cId="629098228" sldId="312"/>
        </pc:sldMkLst>
      </pc:sldChg>
      <pc:sldChg chg="del">
        <pc:chgData name="Simon Fong" userId="0989948daaec8292" providerId="LiveId" clId="{F12E0490-60F3-4147-9D04-93D87D41D5A0}" dt="2026-10-21T00:15:48.600" v="6196" actId="47"/>
        <pc:sldMkLst>
          <pc:docMk/>
          <pc:sldMk cId="3118197996" sldId="314"/>
        </pc:sldMkLst>
      </pc:sldChg>
      <pc:sldChg chg="del">
        <pc:chgData name="Simon Fong" userId="0989948daaec8292" providerId="LiveId" clId="{F12E0490-60F3-4147-9D04-93D87D41D5A0}" dt="2026-10-21T00:15:49.248" v="6197" actId="47"/>
        <pc:sldMkLst>
          <pc:docMk/>
          <pc:sldMk cId="1980785618" sldId="315"/>
        </pc:sldMkLst>
      </pc:sldChg>
      <pc:sldChg chg="del">
        <pc:chgData name="Simon Fong" userId="0989948daaec8292" providerId="LiveId" clId="{F12E0490-60F3-4147-9D04-93D87D41D5A0}" dt="2026-10-21T00:15:50.110" v="6198" actId="47"/>
        <pc:sldMkLst>
          <pc:docMk/>
          <pc:sldMk cId="336396854" sldId="316"/>
        </pc:sldMkLst>
      </pc:sldChg>
      <pc:sldChg chg="del">
        <pc:chgData name="Simon Fong" userId="0989948daaec8292" providerId="LiveId" clId="{F12E0490-60F3-4147-9D04-93D87D41D5A0}" dt="2026-10-21T00:15:50.862" v="6199" actId="47"/>
        <pc:sldMkLst>
          <pc:docMk/>
          <pc:sldMk cId="3223453815" sldId="317"/>
        </pc:sldMkLst>
      </pc:sldChg>
      <pc:sldChg chg="del">
        <pc:chgData name="Simon Fong" userId="0989948daaec8292" providerId="LiveId" clId="{F12E0490-60F3-4147-9D04-93D87D41D5A0}" dt="2026-10-21T00:15:51.964" v="6200" actId="47"/>
        <pc:sldMkLst>
          <pc:docMk/>
          <pc:sldMk cId="3040432693" sldId="318"/>
        </pc:sldMkLst>
      </pc:sldChg>
      <pc:sldChg chg="del">
        <pc:chgData name="Simon Fong" userId="0989948daaec8292" providerId="LiveId" clId="{F12E0490-60F3-4147-9D04-93D87D41D5A0}" dt="2026-10-21T00:15:53.010" v="6201" actId="47"/>
        <pc:sldMkLst>
          <pc:docMk/>
          <pc:sldMk cId="3178247567" sldId="319"/>
        </pc:sldMkLst>
      </pc:sldChg>
      <pc:sldChg chg="del">
        <pc:chgData name="Simon Fong" userId="0989948daaec8292" providerId="LiveId" clId="{F12E0490-60F3-4147-9D04-93D87D41D5A0}" dt="2026-10-21T00:15:53.940" v="6202" actId="47"/>
        <pc:sldMkLst>
          <pc:docMk/>
          <pc:sldMk cId="1051266353" sldId="320"/>
        </pc:sldMkLst>
      </pc:sldChg>
      <pc:sldChg chg="del">
        <pc:chgData name="Simon Fong" userId="0989948daaec8292" providerId="LiveId" clId="{F12E0490-60F3-4147-9D04-93D87D41D5A0}" dt="2026-10-21T00:15:54.842" v="6203" actId="47"/>
        <pc:sldMkLst>
          <pc:docMk/>
          <pc:sldMk cId="3116010713" sldId="321"/>
        </pc:sldMkLst>
      </pc:sldChg>
      <pc:sldChg chg="del">
        <pc:chgData name="Simon Fong" userId="0989948daaec8292" providerId="LiveId" clId="{F12E0490-60F3-4147-9D04-93D87D41D5A0}" dt="2026-10-21T00:15:55.609" v="6204" actId="47"/>
        <pc:sldMkLst>
          <pc:docMk/>
          <pc:sldMk cId="3774111530" sldId="322"/>
        </pc:sldMkLst>
      </pc:sldChg>
      <pc:sldChg chg="del">
        <pc:chgData name="Simon Fong" userId="0989948daaec8292" providerId="LiveId" clId="{F12E0490-60F3-4147-9D04-93D87D41D5A0}" dt="2026-10-21T00:15:56.781" v="6205" actId="47"/>
        <pc:sldMkLst>
          <pc:docMk/>
          <pc:sldMk cId="168713412" sldId="323"/>
        </pc:sldMkLst>
      </pc:sldChg>
      <pc:sldChg chg="del">
        <pc:chgData name="Simon Fong" userId="0989948daaec8292" providerId="LiveId" clId="{F12E0490-60F3-4147-9D04-93D87D41D5A0}" dt="2026-10-21T00:15:43.591" v="6191" actId="47"/>
        <pc:sldMkLst>
          <pc:docMk/>
          <pc:sldMk cId="1105254801" sldId="324"/>
        </pc:sldMkLst>
      </pc:sldChg>
      <pc:sldChg chg="del">
        <pc:chgData name="Simon Fong" userId="0989948daaec8292" providerId="LiveId" clId="{F12E0490-60F3-4147-9D04-93D87D41D5A0}" dt="2026-10-21T00:16:00.975" v="6206" actId="47"/>
        <pc:sldMkLst>
          <pc:docMk/>
          <pc:sldMk cId="2202765662" sldId="325"/>
        </pc:sldMkLst>
      </pc:sldChg>
      <pc:sldChg chg="modSp add del mod">
        <pc:chgData name="Simon Fong" userId="0989948daaec8292" providerId="LiveId" clId="{F12E0490-60F3-4147-9D04-93D87D41D5A0}" dt="2026-10-21T16:06:14.539" v="11495" actId="47"/>
        <pc:sldMkLst>
          <pc:docMk/>
          <pc:sldMk cId="2139981956" sldId="327"/>
        </pc:sldMkLst>
        <pc:spChg chg="mod">
          <ac:chgData name="Simon Fong" userId="0989948daaec8292" providerId="LiveId" clId="{F12E0490-60F3-4147-9D04-93D87D41D5A0}" dt="2026-10-21T01:54:55.218" v="9059" actId="20577"/>
          <ac:spMkLst>
            <pc:docMk/>
            <pc:sldMk cId="2139981956" sldId="327"/>
            <ac:spMk id="7" creationId="{7E09983B-0D3F-4767-7BF1-6D71DA878A88}"/>
          </ac:spMkLst>
        </pc:spChg>
      </pc:sldChg>
      <pc:sldChg chg="addSp delSp modSp add del mod setBg modAnim">
        <pc:chgData name="Simon Fong" userId="0989948daaec8292" providerId="LiveId" clId="{F12E0490-60F3-4147-9D04-93D87D41D5A0}" dt="2026-10-21T00:15:32.247" v="6185" actId="2696"/>
        <pc:sldMkLst>
          <pc:docMk/>
          <pc:sldMk cId="2543258771" sldId="328"/>
        </pc:sldMkLst>
        <pc:spChg chg="mod">
          <ac:chgData name="Simon Fong" userId="0989948daaec8292" providerId="LiveId" clId="{F12E0490-60F3-4147-9D04-93D87D41D5A0}" dt="2026-10-20T23:24:08.609" v="4891" actId="255"/>
          <ac:spMkLst>
            <pc:docMk/>
            <pc:sldMk cId="2543258771" sldId="328"/>
            <ac:spMk id="2" creationId="{A47E432D-F343-17D6-3C4A-BA10007C63FE}"/>
          </ac:spMkLst>
        </pc:spChg>
        <pc:spChg chg="mod">
          <ac:chgData name="Simon Fong" userId="0989948daaec8292" providerId="LiveId" clId="{F12E0490-60F3-4147-9D04-93D87D41D5A0}" dt="2026-10-20T23:29:19.829" v="5004" actId="207"/>
          <ac:spMkLst>
            <pc:docMk/>
            <pc:sldMk cId="2543258771" sldId="328"/>
            <ac:spMk id="5" creationId="{6FD0BF3F-4CAD-9FD2-7ACF-C0D1BD6B30FA}"/>
          </ac:spMkLst>
        </pc:spChg>
        <pc:spChg chg="mod">
          <ac:chgData name="Simon Fong" userId="0989948daaec8292" providerId="LiveId" clId="{F12E0490-60F3-4147-9D04-93D87D41D5A0}" dt="2026-10-20T23:30:00.893" v="5047" actId="207"/>
          <ac:spMkLst>
            <pc:docMk/>
            <pc:sldMk cId="2543258771" sldId="328"/>
            <ac:spMk id="21" creationId="{50B6CCE8-C76B-2CEE-37C7-C7F6CA7CF1D2}"/>
          </ac:spMkLst>
        </pc:spChg>
        <pc:picChg chg="add mod modCrop">
          <ac:chgData name="Simon Fong" userId="0989948daaec8292" providerId="LiveId" clId="{F12E0490-60F3-4147-9D04-93D87D41D5A0}" dt="2026-10-20T23:28:39.272" v="4994" actId="1076"/>
          <ac:picMkLst>
            <pc:docMk/>
            <pc:sldMk cId="2543258771" sldId="328"/>
            <ac:picMk id="6" creationId="{8E25E907-CC5E-D7F3-D19A-0636FE3C3549}"/>
          </ac:picMkLst>
        </pc:picChg>
        <pc:picChg chg="del">
          <ac:chgData name="Simon Fong" userId="0989948daaec8292" providerId="LiveId" clId="{F12E0490-60F3-4147-9D04-93D87D41D5A0}" dt="2026-10-20T23:24:14.264" v="4892" actId="478"/>
          <ac:picMkLst>
            <pc:docMk/>
            <pc:sldMk cId="2543258771" sldId="328"/>
            <ac:picMk id="11" creationId="{34802DF4-4654-6D0E-33AC-1D7B689D4930}"/>
          </ac:picMkLst>
        </pc:picChg>
      </pc:sldChg>
      <pc:sldChg chg="modSp add del setBg modAnim">
        <pc:chgData name="Simon Fong" userId="0989948daaec8292" providerId="LiveId" clId="{F12E0490-60F3-4147-9D04-93D87D41D5A0}" dt="2026-10-21T00:15:37.994" v="6187" actId="2696"/>
        <pc:sldMkLst>
          <pc:docMk/>
          <pc:sldMk cId="3602892923" sldId="329"/>
        </pc:sldMkLst>
        <pc:spChg chg="mod">
          <ac:chgData name="Simon Fong" userId="0989948daaec8292" providerId="LiveId" clId="{F12E0490-60F3-4147-9D04-93D87D41D5A0}" dt="2026-10-20T23:26:29.163" v="4976" actId="20577"/>
          <ac:spMkLst>
            <pc:docMk/>
            <pc:sldMk cId="3602892923" sldId="329"/>
            <ac:spMk id="5" creationId="{D387B68A-44A2-A765-6215-57F53C709F8D}"/>
          </ac:spMkLst>
        </pc:spChg>
      </pc:sldChg>
      <pc:sldChg chg="addSp delSp modSp add del mod setBg modAnim">
        <pc:chgData name="Simon Fong" userId="0989948daaec8292" providerId="LiveId" clId="{F12E0490-60F3-4147-9D04-93D87D41D5A0}" dt="2026-10-21T00:15:35.562" v="6186" actId="2696"/>
        <pc:sldMkLst>
          <pc:docMk/>
          <pc:sldMk cId="1392044893" sldId="330"/>
        </pc:sldMkLst>
        <pc:spChg chg="mod">
          <ac:chgData name="Simon Fong" userId="0989948daaec8292" providerId="LiveId" clId="{F12E0490-60F3-4147-9D04-93D87D41D5A0}" dt="2026-10-20T23:26:39.664" v="4978" actId="20577"/>
          <ac:spMkLst>
            <pc:docMk/>
            <pc:sldMk cId="1392044893" sldId="330"/>
            <ac:spMk id="5" creationId="{66B68EC5-1711-1A25-7A23-67C151815EFF}"/>
          </ac:spMkLst>
        </pc:spChg>
        <pc:picChg chg="add del mod">
          <ac:chgData name="Simon Fong" userId="0989948daaec8292" providerId="LiveId" clId="{F12E0490-60F3-4147-9D04-93D87D41D5A0}" dt="2026-10-20T23:27:05.735" v="4981" actId="478"/>
          <ac:picMkLst>
            <pc:docMk/>
            <pc:sldMk cId="1392044893" sldId="330"/>
            <ac:picMk id="6" creationId="{2AEE3ABC-23CA-8256-D414-2FEFF79DB261}"/>
          </ac:picMkLst>
        </pc:picChg>
        <pc:picChg chg="add mod">
          <ac:chgData name="Simon Fong" userId="0989948daaec8292" providerId="LiveId" clId="{F12E0490-60F3-4147-9D04-93D87D41D5A0}" dt="2026-10-20T23:27:20.711" v="4982" actId="931"/>
          <ac:picMkLst>
            <pc:docMk/>
            <pc:sldMk cId="1392044893" sldId="330"/>
            <ac:picMk id="8" creationId="{7AF3D940-B232-3CD8-2A91-97D7CDA22443}"/>
          </ac:picMkLst>
        </pc:picChg>
      </pc:sldChg>
      <pc:sldChg chg="addSp delSp modSp add mod modTransition setBg addAnim delAnim modAnim">
        <pc:chgData name="Simon Fong" userId="0989948daaec8292" providerId="LiveId" clId="{F12E0490-60F3-4147-9D04-93D87D41D5A0}" dt="2026-10-21T12:41:19.991" v="10692" actId="1076"/>
        <pc:sldMkLst>
          <pc:docMk/>
          <pc:sldMk cId="1681895122" sldId="331"/>
        </pc:sldMkLst>
        <pc:spChg chg="del mod">
          <ac:chgData name="Simon Fong" userId="0989948daaec8292" providerId="LiveId" clId="{F12E0490-60F3-4147-9D04-93D87D41D5A0}" dt="2026-10-20T23:36:22.753" v="5358" actId="478"/>
          <ac:spMkLst>
            <pc:docMk/>
            <pc:sldMk cId="1681895122" sldId="331"/>
            <ac:spMk id="2" creationId="{CA0EC825-4A07-22E0-803D-ED109CC60147}"/>
          </ac:spMkLst>
        </pc:spChg>
        <pc:spChg chg="mod">
          <ac:chgData name="Simon Fong" userId="0989948daaec8292" providerId="LiveId" clId="{F12E0490-60F3-4147-9D04-93D87D41D5A0}" dt="2026-10-21T12:40:59.055" v="10689" actId="20577"/>
          <ac:spMkLst>
            <pc:docMk/>
            <pc:sldMk cId="1681895122" sldId="331"/>
            <ac:spMk id="5" creationId="{9C661C2C-42CF-042C-526F-FF6ADD970227}"/>
          </ac:spMkLst>
        </pc:spChg>
        <pc:spChg chg="add del mod">
          <ac:chgData name="Simon Fong" userId="0989948daaec8292" providerId="LiveId" clId="{F12E0490-60F3-4147-9D04-93D87D41D5A0}" dt="2026-10-20T23:36:24.773" v="5359" actId="478"/>
          <ac:spMkLst>
            <pc:docMk/>
            <pc:sldMk cId="1681895122" sldId="331"/>
            <ac:spMk id="6" creationId="{AA6E45AE-AB31-0160-B01F-3947E0567637}"/>
          </ac:spMkLst>
        </pc:spChg>
        <pc:spChg chg="add del mod">
          <ac:chgData name="Simon Fong" userId="0989948daaec8292" providerId="LiveId" clId="{F12E0490-60F3-4147-9D04-93D87D41D5A0}" dt="2026-10-20T23:43:45.381" v="5399" actId="767"/>
          <ac:spMkLst>
            <pc:docMk/>
            <pc:sldMk cId="1681895122" sldId="331"/>
            <ac:spMk id="7" creationId="{F504C7B2-7C83-1E3F-49FF-E6784B31C529}"/>
          </ac:spMkLst>
        </pc:spChg>
        <pc:spChg chg="add mod">
          <ac:chgData name="Simon Fong" userId="0989948daaec8292" providerId="LiveId" clId="{F12E0490-60F3-4147-9D04-93D87D41D5A0}" dt="2026-10-20T23:43:47.656" v="5401" actId="767"/>
          <ac:spMkLst>
            <pc:docMk/>
            <pc:sldMk cId="1681895122" sldId="331"/>
            <ac:spMk id="8" creationId="{6EB0EE78-547E-9F66-6FDC-E8FF7E5E7FD4}"/>
          </ac:spMkLst>
        </pc:spChg>
        <pc:spChg chg="mod">
          <ac:chgData name="Simon Fong" userId="0989948daaec8292" providerId="LiveId" clId="{F12E0490-60F3-4147-9D04-93D87D41D5A0}" dt="2026-10-21T12:40:52.004" v="10688" actId="2085"/>
          <ac:spMkLst>
            <pc:docMk/>
            <pc:sldMk cId="1681895122" sldId="331"/>
            <ac:spMk id="21" creationId="{83B02FF7-99F7-FDB7-1FB2-ACCCF640C493}"/>
          </ac:spMkLst>
        </pc:spChg>
        <pc:picChg chg="mod">
          <ac:chgData name="Simon Fong" userId="0989948daaec8292" providerId="LiveId" clId="{F12E0490-60F3-4147-9D04-93D87D41D5A0}" dt="2026-10-20T23:38:28.889" v="5369" actId="14100"/>
          <ac:picMkLst>
            <pc:docMk/>
            <pc:sldMk cId="1681895122" sldId="331"/>
            <ac:picMk id="4" creationId="{DE7C1331-EFAD-8170-5D75-846B2AD91509}"/>
          </ac:picMkLst>
        </pc:picChg>
        <pc:picChg chg="add mod">
          <ac:chgData name="Simon Fong" userId="0989948daaec8292" providerId="LiveId" clId="{F12E0490-60F3-4147-9D04-93D87D41D5A0}" dt="2026-10-21T12:41:19.991" v="10692" actId="1076"/>
          <ac:picMkLst>
            <pc:docMk/>
            <pc:sldMk cId="1681895122" sldId="331"/>
            <ac:picMk id="10" creationId="{F3521340-72EE-8120-5F77-E4F77CBF9C68}"/>
          </ac:picMkLst>
        </pc:picChg>
        <pc:picChg chg="del mod">
          <ac:chgData name="Simon Fong" userId="0989948daaec8292" providerId="LiveId" clId="{F12E0490-60F3-4147-9D04-93D87D41D5A0}" dt="2026-10-20T23:42:59.271" v="5390" actId="478"/>
          <ac:picMkLst>
            <pc:docMk/>
            <pc:sldMk cId="1681895122" sldId="331"/>
            <ac:picMk id="11" creationId="{9FDC2768-7BBE-1F6D-BF42-9AD52404C767}"/>
          </ac:picMkLst>
        </pc:picChg>
        <pc:cxnChg chg="del">
          <ac:chgData name="Simon Fong" userId="0989948daaec8292" providerId="LiveId" clId="{F12E0490-60F3-4147-9D04-93D87D41D5A0}" dt="2026-10-20T23:36:19.875" v="5356" actId="478"/>
          <ac:cxnSpMkLst>
            <pc:docMk/>
            <pc:sldMk cId="1681895122" sldId="331"/>
            <ac:cxnSpMk id="23" creationId="{1B9F30EF-5202-D56F-2243-602656B17E1C}"/>
          </ac:cxnSpMkLst>
        </pc:cxnChg>
      </pc:sldChg>
      <pc:sldChg chg="add del setBg">
        <pc:chgData name="Simon Fong" userId="0989948daaec8292" providerId="LiveId" clId="{F12E0490-60F3-4147-9D04-93D87D41D5A0}" dt="2026-10-20T23:54:56.352" v="5613" actId="2696"/>
        <pc:sldMkLst>
          <pc:docMk/>
          <pc:sldMk cId="714411607" sldId="332"/>
        </pc:sldMkLst>
      </pc:sldChg>
      <pc:sldChg chg="addSp delSp modSp add mod modTransition setBg addAnim delAnim modAnim">
        <pc:chgData name="Simon Fong" userId="0989948daaec8292" providerId="LiveId" clId="{F12E0490-60F3-4147-9D04-93D87D41D5A0}" dt="2026-10-21T12:42:09.463" v="10695" actId="14100"/>
        <pc:sldMkLst>
          <pc:docMk/>
          <pc:sldMk cId="4215080606" sldId="333"/>
        </pc:sldMkLst>
        <pc:spChg chg="add del">
          <ac:chgData name="Simon Fong" userId="0989948daaec8292" providerId="LiveId" clId="{F12E0490-60F3-4147-9D04-93D87D41D5A0}" dt="2026-10-21T03:02:01.152" v="9203" actId="22"/>
          <ac:spMkLst>
            <pc:docMk/>
            <pc:sldMk cId="4215080606" sldId="333"/>
            <ac:spMk id="3" creationId="{591BAF78-434B-D696-1AE3-ED1BC22EECCC}"/>
          </ac:spMkLst>
        </pc:spChg>
        <pc:spChg chg="mod">
          <ac:chgData name="Simon Fong" userId="0989948daaec8292" providerId="LiveId" clId="{F12E0490-60F3-4147-9D04-93D87D41D5A0}" dt="2026-10-21T12:41:59.232" v="10694" actId="20577"/>
          <ac:spMkLst>
            <pc:docMk/>
            <pc:sldMk cId="4215080606" sldId="333"/>
            <ac:spMk id="5" creationId="{8F83ECEE-842B-5C7A-4B24-15265F3F8B3F}"/>
          </ac:spMkLst>
        </pc:spChg>
        <pc:spChg chg="add mod">
          <ac:chgData name="Simon Fong" userId="0989948daaec8292" providerId="LiveId" clId="{F12E0490-60F3-4147-9D04-93D87D41D5A0}" dt="2026-10-21T03:02:04.759" v="9205" actId="767"/>
          <ac:spMkLst>
            <pc:docMk/>
            <pc:sldMk cId="4215080606" sldId="333"/>
            <ac:spMk id="6" creationId="{EF492B55-2C98-A8AD-CB36-FB4A44485042}"/>
          </ac:spMkLst>
        </pc:spChg>
        <pc:spChg chg="add del">
          <ac:chgData name="Simon Fong" userId="0989948daaec8292" providerId="LiveId" clId="{F12E0490-60F3-4147-9D04-93D87D41D5A0}" dt="2026-10-21T03:02:14.614" v="9208" actId="22"/>
          <ac:spMkLst>
            <pc:docMk/>
            <pc:sldMk cId="4215080606" sldId="333"/>
            <ac:spMk id="8" creationId="{94D0F96A-9C28-78CF-0DD3-607CA5F742F6}"/>
          </ac:spMkLst>
        </pc:spChg>
        <pc:spChg chg="mod">
          <ac:chgData name="Simon Fong" userId="0989948daaec8292" providerId="LiveId" clId="{F12E0490-60F3-4147-9D04-93D87D41D5A0}" dt="2026-10-21T12:41:55.187" v="10693" actId="2085"/>
          <ac:spMkLst>
            <pc:docMk/>
            <pc:sldMk cId="4215080606" sldId="333"/>
            <ac:spMk id="21" creationId="{08F1DB40-8A87-06B1-26B9-4AFE6CDD26BD}"/>
          </ac:spMkLst>
        </pc:spChg>
        <pc:picChg chg="mod modCrop">
          <ac:chgData name="Simon Fong" userId="0989948daaec8292" providerId="LiveId" clId="{F12E0490-60F3-4147-9D04-93D87D41D5A0}" dt="2026-10-21T12:42:09.463" v="10695" actId="14100"/>
          <ac:picMkLst>
            <pc:docMk/>
            <pc:sldMk cId="4215080606" sldId="333"/>
            <ac:picMk id="10" creationId="{8F10A309-E41C-859A-65B4-82495C1240A6}"/>
          </ac:picMkLst>
        </pc:picChg>
      </pc:sldChg>
      <pc:sldChg chg="modSp add del">
        <pc:chgData name="Simon Fong" userId="0989948daaec8292" providerId="LiveId" clId="{F12E0490-60F3-4147-9D04-93D87D41D5A0}" dt="2026-10-20T23:54:49.914" v="5612" actId="2696"/>
        <pc:sldMkLst>
          <pc:docMk/>
          <pc:sldMk cId="2012394112" sldId="334"/>
        </pc:sldMkLst>
        <pc:spChg chg="mod">
          <ac:chgData name="Simon Fong" userId="0989948daaec8292" providerId="LiveId" clId="{F12E0490-60F3-4147-9D04-93D87D41D5A0}" dt="2026-10-20T23:48:49.288" v="5572" actId="255"/>
          <ac:spMkLst>
            <pc:docMk/>
            <pc:sldMk cId="2012394112" sldId="334"/>
            <ac:spMk id="21" creationId="{825D00EE-42B0-61F1-FCAC-39D9A4B99EF0}"/>
          </ac:spMkLst>
        </pc:spChg>
      </pc:sldChg>
      <pc:sldChg chg="addSp delSp modSp add mod modTransition addAnim delAnim modAnim">
        <pc:chgData name="Simon Fong" userId="0989948daaec8292" providerId="LiveId" clId="{F12E0490-60F3-4147-9D04-93D87D41D5A0}" dt="2026-10-21T12:42:39.741" v="10697" actId="20577"/>
        <pc:sldMkLst>
          <pc:docMk/>
          <pc:sldMk cId="1266063993" sldId="335"/>
        </pc:sldMkLst>
        <pc:spChg chg="mod">
          <ac:chgData name="Simon Fong" userId="0989948daaec8292" providerId="LiveId" clId="{F12E0490-60F3-4147-9D04-93D87D41D5A0}" dt="2026-10-21T12:42:39.741" v="10697" actId="20577"/>
          <ac:spMkLst>
            <pc:docMk/>
            <pc:sldMk cId="1266063993" sldId="335"/>
            <ac:spMk id="5" creationId="{113BDD0D-BF04-8D0A-B104-D2F482277D66}"/>
          </ac:spMkLst>
        </pc:spChg>
        <pc:spChg chg="mod">
          <ac:chgData name="Simon Fong" userId="0989948daaec8292" providerId="LiveId" clId="{F12E0490-60F3-4147-9D04-93D87D41D5A0}" dt="2026-10-21T12:42:36.416" v="10696" actId="2085"/>
          <ac:spMkLst>
            <pc:docMk/>
            <pc:sldMk cId="1266063993" sldId="335"/>
            <ac:spMk id="21" creationId="{EB4817D6-47CB-A5A2-9E37-8A167EFE3A0D}"/>
          </ac:spMkLst>
        </pc:spChg>
        <pc:picChg chg="add mod">
          <ac:chgData name="Simon Fong" userId="0989948daaec8292" providerId="LiveId" clId="{F12E0490-60F3-4147-9D04-93D87D41D5A0}" dt="2026-10-21T03:04:52.156" v="9273" actId="1076"/>
          <ac:picMkLst>
            <pc:docMk/>
            <pc:sldMk cId="1266063993" sldId="335"/>
            <ac:picMk id="3" creationId="{1C5C56BD-9398-C32E-CDFF-C169ECC400FF}"/>
          </ac:picMkLst>
        </pc:picChg>
        <pc:picChg chg="del">
          <ac:chgData name="Simon Fong" userId="0989948daaec8292" providerId="LiveId" clId="{F12E0490-60F3-4147-9D04-93D87D41D5A0}" dt="2026-10-20T23:55:17.181" v="5614" actId="478"/>
          <ac:picMkLst>
            <pc:docMk/>
            <pc:sldMk cId="1266063993" sldId="335"/>
            <ac:picMk id="10" creationId="{AA9952C3-5A80-2887-F1F2-BA2853771A0E}"/>
          </ac:picMkLst>
        </pc:picChg>
      </pc:sldChg>
      <pc:sldChg chg="addSp modSp add mod modTransition addAnim delAnim modAnim">
        <pc:chgData name="Simon Fong" userId="0989948daaec8292" providerId="LiveId" clId="{F12E0490-60F3-4147-9D04-93D87D41D5A0}" dt="2026-10-21T12:43:52.623" v="10705" actId="5793"/>
        <pc:sldMkLst>
          <pc:docMk/>
          <pc:sldMk cId="1291358676" sldId="336"/>
        </pc:sldMkLst>
        <pc:spChg chg="mod">
          <ac:chgData name="Simon Fong" userId="0989948daaec8292" providerId="LiveId" clId="{F12E0490-60F3-4147-9D04-93D87D41D5A0}" dt="2026-10-21T12:43:52.623" v="10705" actId="5793"/>
          <ac:spMkLst>
            <pc:docMk/>
            <pc:sldMk cId="1291358676" sldId="336"/>
            <ac:spMk id="5" creationId="{8A1C8B9D-53F5-4AC6-08AF-FF24D9E94558}"/>
          </ac:spMkLst>
        </pc:spChg>
        <pc:spChg chg="mod">
          <ac:chgData name="Simon Fong" userId="0989948daaec8292" providerId="LiveId" clId="{F12E0490-60F3-4147-9D04-93D87D41D5A0}" dt="2026-10-21T12:43:12.986" v="10698" actId="2085"/>
          <ac:spMkLst>
            <pc:docMk/>
            <pc:sldMk cId="1291358676" sldId="336"/>
            <ac:spMk id="21" creationId="{68585934-AEB4-1965-41C2-E43C6B54E0E7}"/>
          </ac:spMkLst>
        </pc:spChg>
        <pc:picChg chg="mod">
          <ac:chgData name="Simon Fong" userId="0989948daaec8292" providerId="LiveId" clId="{F12E0490-60F3-4147-9D04-93D87D41D5A0}" dt="2026-10-21T03:06:41.603" v="9307" actId="1038"/>
          <ac:picMkLst>
            <pc:docMk/>
            <pc:sldMk cId="1291358676" sldId="336"/>
            <ac:picMk id="3" creationId="{52B6C43A-49CF-5DAC-E54F-66426B5C80C6}"/>
          </ac:picMkLst>
        </pc:picChg>
        <pc:picChg chg="add mod modCrop">
          <ac:chgData name="Simon Fong" userId="0989948daaec8292" providerId="LiveId" clId="{F12E0490-60F3-4147-9D04-93D87D41D5A0}" dt="2026-10-21T00:06:28.544" v="5930" actId="14100"/>
          <ac:picMkLst>
            <pc:docMk/>
            <pc:sldMk cId="1291358676" sldId="336"/>
            <ac:picMk id="6" creationId="{A8E45675-76C8-86C4-14A7-58E8C907D1DB}"/>
          </ac:picMkLst>
        </pc:picChg>
      </pc:sldChg>
      <pc:sldChg chg="addSp delSp modSp add mod modTransition addAnim delAnim modAnim">
        <pc:chgData name="Simon Fong" userId="0989948daaec8292" providerId="LiveId" clId="{F12E0490-60F3-4147-9D04-93D87D41D5A0}" dt="2026-10-21T12:44:39.277" v="10708" actId="1076"/>
        <pc:sldMkLst>
          <pc:docMk/>
          <pc:sldMk cId="396072384" sldId="337"/>
        </pc:sldMkLst>
        <pc:spChg chg="mod">
          <ac:chgData name="Simon Fong" userId="0989948daaec8292" providerId="LiveId" clId="{F12E0490-60F3-4147-9D04-93D87D41D5A0}" dt="2026-10-21T12:44:31.004" v="10707" actId="20577"/>
          <ac:spMkLst>
            <pc:docMk/>
            <pc:sldMk cId="396072384" sldId="337"/>
            <ac:spMk id="5" creationId="{8EC8DDD9-CC9F-AE93-960B-5B2FBC386262}"/>
          </ac:spMkLst>
        </pc:spChg>
        <pc:spChg chg="mod">
          <ac:chgData name="Simon Fong" userId="0989948daaec8292" providerId="LiveId" clId="{F12E0490-60F3-4147-9D04-93D87D41D5A0}" dt="2026-10-21T12:44:26.118" v="10706" actId="2085"/>
          <ac:spMkLst>
            <pc:docMk/>
            <pc:sldMk cId="396072384" sldId="337"/>
            <ac:spMk id="21" creationId="{5586E152-CCD5-3FEC-8843-C4801C9DC223}"/>
          </ac:spMkLst>
        </pc:spChg>
        <pc:picChg chg="mod">
          <ac:chgData name="Simon Fong" userId="0989948daaec8292" providerId="LiveId" clId="{F12E0490-60F3-4147-9D04-93D87D41D5A0}" dt="2026-10-21T03:08:24.725" v="9355" actId="1037"/>
          <ac:picMkLst>
            <pc:docMk/>
            <pc:sldMk cId="396072384" sldId="337"/>
            <ac:picMk id="3" creationId="{64E2470D-C606-3B08-AAD2-1EFFB9EC9667}"/>
          </ac:picMkLst>
        </pc:picChg>
        <pc:picChg chg="del mod">
          <ac:chgData name="Simon Fong" userId="0989948daaec8292" providerId="LiveId" clId="{F12E0490-60F3-4147-9D04-93D87D41D5A0}" dt="2026-10-21T00:07:36.816" v="5984" actId="478"/>
          <ac:picMkLst>
            <pc:docMk/>
            <pc:sldMk cId="396072384" sldId="337"/>
            <ac:picMk id="6" creationId="{E34EDDB3-4C33-212A-1978-327E3B24DAE6}"/>
          </ac:picMkLst>
        </pc:picChg>
        <pc:picChg chg="add mod modCrop">
          <ac:chgData name="Simon Fong" userId="0989948daaec8292" providerId="LiveId" clId="{F12E0490-60F3-4147-9D04-93D87D41D5A0}" dt="2026-10-21T12:44:39.277" v="10708" actId="1076"/>
          <ac:picMkLst>
            <pc:docMk/>
            <pc:sldMk cId="396072384" sldId="337"/>
            <ac:picMk id="7" creationId="{9FBBA423-E782-8B38-325A-A0247F37820A}"/>
          </ac:picMkLst>
        </pc:picChg>
      </pc:sldChg>
      <pc:sldChg chg="addSp delSp modSp add mod modTransition addAnim delAnim modAnim">
        <pc:chgData name="Simon Fong" userId="0989948daaec8292" providerId="LiveId" clId="{F12E0490-60F3-4147-9D04-93D87D41D5A0}" dt="2026-10-21T12:45:09.624" v="10710" actId="1076"/>
        <pc:sldMkLst>
          <pc:docMk/>
          <pc:sldMk cId="1375253281" sldId="338"/>
        </pc:sldMkLst>
        <pc:spChg chg="mod">
          <ac:chgData name="Simon Fong" userId="0989948daaec8292" providerId="LiveId" clId="{F12E0490-60F3-4147-9D04-93D87D41D5A0}" dt="2026-10-21T12:45:03.431" v="10709" actId="20577"/>
          <ac:spMkLst>
            <pc:docMk/>
            <pc:sldMk cId="1375253281" sldId="338"/>
            <ac:spMk id="5" creationId="{008FEE48-14CF-C57B-A40D-F0338BE0C645}"/>
          </ac:spMkLst>
        </pc:spChg>
        <pc:spChg chg="mod">
          <ac:chgData name="Simon Fong" userId="0989948daaec8292" providerId="LiveId" clId="{F12E0490-60F3-4147-9D04-93D87D41D5A0}" dt="2026-10-21T12:40:21.840" v="10687" actId="2085"/>
          <ac:spMkLst>
            <pc:docMk/>
            <pc:sldMk cId="1375253281" sldId="338"/>
            <ac:spMk id="21" creationId="{61483E72-0219-AE89-5BAA-8939E1BBC388}"/>
          </ac:spMkLst>
        </pc:spChg>
        <pc:picChg chg="mod">
          <ac:chgData name="Simon Fong" userId="0989948daaec8292" providerId="LiveId" clId="{F12E0490-60F3-4147-9D04-93D87D41D5A0}" dt="2026-10-21T03:10:59.842" v="9389" actId="1038"/>
          <ac:picMkLst>
            <pc:docMk/>
            <pc:sldMk cId="1375253281" sldId="338"/>
            <ac:picMk id="3" creationId="{72DF8A30-44D2-CABB-8D0A-326E7AB65B23}"/>
          </ac:picMkLst>
        </pc:picChg>
        <pc:picChg chg="add mod modCrop">
          <ac:chgData name="Simon Fong" userId="0989948daaec8292" providerId="LiveId" clId="{F12E0490-60F3-4147-9D04-93D87D41D5A0}" dt="2026-10-21T12:45:09.624" v="10710" actId="1076"/>
          <ac:picMkLst>
            <pc:docMk/>
            <pc:sldMk cId="1375253281" sldId="338"/>
            <ac:picMk id="6" creationId="{0113398F-8067-9FCA-DFB9-D1306EC3AEB1}"/>
          </ac:picMkLst>
        </pc:picChg>
        <pc:picChg chg="del">
          <ac:chgData name="Simon Fong" userId="0989948daaec8292" providerId="LiveId" clId="{F12E0490-60F3-4147-9D04-93D87D41D5A0}" dt="2026-10-21T00:10:13.651" v="6073" actId="478"/>
          <ac:picMkLst>
            <pc:docMk/>
            <pc:sldMk cId="1375253281" sldId="338"/>
            <ac:picMk id="7" creationId="{D7D0E1C6-D4D6-E8AC-5163-1063C0E91BBE}"/>
          </ac:picMkLst>
        </pc:picChg>
      </pc:sldChg>
      <pc:sldChg chg="addSp delSp modSp add mod modTransition addAnim delAnim modAnim">
        <pc:chgData name="Simon Fong" userId="0989948daaec8292" providerId="LiveId" clId="{F12E0490-60F3-4147-9D04-93D87D41D5A0}" dt="2026-10-21T13:16:08.547" v="11071"/>
        <pc:sldMkLst>
          <pc:docMk/>
          <pc:sldMk cId="505333135" sldId="339"/>
        </pc:sldMkLst>
        <pc:spChg chg="mod">
          <ac:chgData name="Simon Fong" userId="0989948daaec8292" providerId="LiveId" clId="{F12E0490-60F3-4147-9D04-93D87D41D5A0}" dt="2026-10-21T12:45:43.912" v="10713" actId="20577"/>
          <ac:spMkLst>
            <pc:docMk/>
            <pc:sldMk cId="505333135" sldId="339"/>
            <ac:spMk id="5" creationId="{B1D4E8BE-C650-FD61-99E2-FF1F0D3E3B41}"/>
          </ac:spMkLst>
        </pc:spChg>
        <pc:spChg chg="mod">
          <ac:chgData name="Simon Fong" userId="0989948daaec8292" providerId="LiveId" clId="{F12E0490-60F3-4147-9D04-93D87D41D5A0}" dt="2026-10-21T12:45:33.801" v="10711" actId="2085"/>
          <ac:spMkLst>
            <pc:docMk/>
            <pc:sldMk cId="505333135" sldId="339"/>
            <ac:spMk id="21" creationId="{28BC8D08-D16E-432D-6F4C-073B93A5E10F}"/>
          </ac:spMkLst>
        </pc:spChg>
        <pc:picChg chg="mod">
          <ac:chgData name="Simon Fong" userId="0989948daaec8292" providerId="LiveId" clId="{F12E0490-60F3-4147-9D04-93D87D41D5A0}" dt="2026-10-21T03:13:25.523" v="9426" actId="1038"/>
          <ac:picMkLst>
            <pc:docMk/>
            <pc:sldMk cId="505333135" sldId="339"/>
            <ac:picMk id="3" creationId="{07108D16-3AF3-F9D0-65BD-BACF91D127F8}"/>
          </ac:picMkLst>
        </pc:picChg>
        <pc:picChg chg="del">
          <ac:chgData name="Simon Fong" userId="0989948daaec8292" providerId="LiveId" clId="{F12E0490-60F3-4147-9D04-93D87D41D5A0}" dt="2026-10-21T00:11:38.446" v="6094" actId="478"/>
          <ac:picMkLst>
            <pc:docMk/>
            <pc:sldMk cId="505333135" sldId="339"/>
            <ac:picMk id="6" creationId="{9804ADE4-1FEE-6A60-9693-02E5E2067AB8}"/>
          </ac:picMkLst>
        </pc:picChg>
        <pc:picChg chg="add mod modCrop">
          <ac:chgData name="Simon Fong" userId="0989948daaec8292" providerId="LiveId" clId="{F12E0490-60F3-4147-9D04-93D87D41D5A0}" dt="2026-10-21T12:46:19.148" v="10730" actId="14100"/>
          <ac:picMkLst>
            <pc:docMk/>
            <pc:sldMk cId="505333135" sldId="339"/>
            <ac:picMk id="7" creationId="{A2F63EB2-4002-7F34-DC04-2F9F59A0E757}"/>
          </ac:picMkLst>
        </pc:picChg>
      </pc:sldChg>
      <pc:sldChg chg="addSp delSp modSp add mod modTransition addAnim delAnim modAnim">
        <pc:chgData name="Simon Fong" userId="0989948daaec8292" providerId="LiveId" clId="{F12E0490-60F3-4147-9D04-93D87D41D5A0}" dt="2026-10-21T16:40:19.231" v="11562"/>
        <pc:sldMkLst>
          <pc:docMk/>
          <pc:sldMk cId="1423773880" sldId="340"/>
        </pc:sldMkLst>
        <pc:spChg chg="mod">
          <ac:chgData name="Simon Fong" userId="0989948daaec8292" providerId="LiveId" clId="{F12E0490-60F3-4147-9D04-93D87D41D5A0}" dt="2026-10-21T13:16:50.560" v="11075" actId="5793"/>
          <ac:spMkLst>
            <pc:docMk/>
            <pc:sldMk cId="1423773880" sldId="340"/>
            <ac:spMk id="5" creationId="{83B6B738-89C6-37DF-F851-AC887DEBD6E2}"/>
          </ac:spMkLst>
        </pc:spChg>
        <pc:spChg chg="mod">
          <ac:chgData name="Simon Fong" userId="0989948daaec8292" providerId="LiveId" clId="{F12E0490-60F3-4147-9D04-93D87D41D5A0}" dt="2026-10-21T12:48:09.659" v="10767" actId="2085"/>
          <ac:spMkLst>
            <pc:docMk/>
            <pc:sldMk cId="1423773880" sldId="340"/>
            <ac:spMk id="21" creationId="{1F6A02C4-B835-25CD-3465-07407040DC87}"/>
          </ac:spMkLst>
        </pc:spChg>
        <pc:picChg chg="mod">
          <ac:chgData name="Simon Fong" userId="0989948daaec8292" providerId="LiveId" clId="{F12E0490-60F3-4147-9D04-93D87D41D5A0}" dt="2026-10-21T03:16:50.175" v="9509" actId="1038"/>
          <ac:picMkLst>
            <pc:docMk/>
            <pc:sldMk cId="1423773880" sldId="340"/>
            <ac:picMk id="3" creationId="{CD1A1FB7-074D-D384-F826-BC2EADFC39C4}"/>
          </ac:picMkLst>
        </pc:picChg>
        <pc:picChg chg="add del mod">
          <ac:chgData name="Simon Fong" userId="0989948daaec8292" providerId="LiveId" clId="{F12E0490-60F3-4147-9D04-93D87D41D5A0}" dt="2026-10-21T00:17:25.052" v="6305" actId="478"/>
          <ac:picMkLst>
            <pc:docMk/>
            <pc:sldMk cId="1423773880" sldId="340"/>
            <ac:picMk id="6" creationId="{7DFB5EBC-5A32-60B9-6B6E-7733FC8DF021}"/>
          </ac:picMkLst>
        </pc:picChg>
        <pc:picChg chg="del">
          <ac:chgData name="Simon Fong" userId="0989948daaec8292" providerId="LiveId" clId="{F12E0490-60F3-4147-9D04-93D87D41D5A0}" dt="2026-10-21T00:16:24.014" v="6210" actId="478"/>
          <ac:picMkLst>
            <pc:docMk/>
            <pc:sldMk cId="1423773880" sldId="340"/>
            <ac:picMk id="7" creationId="{461C6E9C-8D81-57C8-2692-F9A6B3EC6907}"/>
          </ac:picMkLst>
        </pc:picChg>
        <pc:picChg chg="add mod">
          <ac:chgData name="Simon Fong" userId="0989948daaec8292" providerId="LiveId" clId="{F12E0490-60F3-4147-9D04-93D87D41D5A0}" dt="2026-10-21T03:16:50.175" v="9509" actId="1038"/>
          <ac:picMkLst>
            <pc:docMk/>
            <pc:sldMk cId="1423773880" sldId="340"/>
            <ac:picMk id="8" creationId="{97B57E45-01AE-4840-9C56-ADB244C5F89D}"/>
          </ac:picMkLst>
        </pc:picChg>
      </pc:sldChg>
      <pc:sldChg chg="addSp modSp add mod modTransition addAnim delAnim modAnim">
        <pc:chgData name="Simon Fong" userId="0989948daaec8292" providerId="LiveId" clId="{F12E0490-60F3-4147-9D04-93D87D41D5A0}" dt="2026-10-21T16:41:10.350" v="11563"/>
        <pc:sldMkLst>
          <pc:docMk/>
          <pc:sldMk cId="1129737174" sldId="341"/>
        </pc:sldMkLst>
        <pc:spChg chg="mod">
          <ac:chgData name="Simon Fong" userId="0989948daaec8292" providerId="LiveId" clId="{F12E0490-60F3-4147-9D04-93D87D41D5A0}" dt="2026-10-21T12:50:43.345" v="10795" actId="207"/>
          <ac:spMkLst>
            <pc:docMk/>
            <pc:sldMk cId="1129737174" sldId="341"/>
            <ac:spMk id="5" creationId="{D7527AF6-7EB9-6468-B8E6-DAC566666A9A}"/>
          </ac:spMkLst>
        </pc:spChg>
        <pc:spChg chg="mod">
          <ac:chgData name="Simon Fong" userId="0989948daaec8292" providerId="LiveId" clId="{F12E0490-60F3-4147-9D04-93D87D41D5A0}" dt="2026-10-21T12:49:05.921" v="10774" actId="2085"/>
          <ac:spMkLst>
            <pc:docMk/>
            <pc:sldMk cId="1129737174" sldId="341"/>
            <ac:spMk id="21" creationId="{467D8542-FFE6-5BEE-B2CF-529F9384DDFB}"/>
          </ac:spMkLst>
        </pc:spChg>
        <pc:picChg chg="mod">
          <ac:chgData name="Simon Fong" userId="0989948daaec8292" providerId="LiveId" clId="{F12E0490-60F3-4147-9D04-93D87D41D5A0}" dt="2026-10-21T03:22:21.777" v="9654" actId="1037"/>
          <ac:picMkLst>
            <pc:docMk/>
            <pc:sldMk cId="1129737174" sldId="341"/>
            <ac:picMk id="3" creationId="{C2268DB0-4C54-E83D-E793-5A3C680489F5}"/>
          </ac:picMkLst>
        </pc:picChg>
        <pc:picChg chg="add mod modCrop">
          <ac:chgData name="Simon Fong" userId="0989948daaec8292" providerId="LiveId" clId="{F12E0490-60F3-4147-9D04-93D87D41D5A0}" dt="2026-10-21T12:48:56.700" v="10773" actId="1076"/>
          <ac:picMkLst>
            <pc:docMk/>
            <pc:sldMk cId="1129737174" sldId="341"/>
            <ac:picMk id="6" creationId="{C376D9BC-2384-ACB4-0A94-7B2FA96A5576}"/>
          </ac:picMkLst>
        </pc:picChg>
        <pc:picChg chg="mod">
          <ac:chgData name="Simon Fong" userId="0989948daaec8292" providerId="LiveId" clId="{F12E0490-60F3-4147-9D04-93D87D41D5A0}" dt="2026-10-21T03:22:21.777" v="9654" actId="1037"/>
          <ac:picMkLst>
            <pc:docMk/>
            <pc:sldMk cId="1129737174" sldId="341"/>
            <ac:picMk id="8" creationId="{00D3F2E8-FA83-3338-B00E-85F3936B99BA}"/>
          </ac:picMkLst>
        </pc:picChg>
      </pc:sldChg>
      <pc:sldChg chg="modSp add mod modTransition addAnim delAnim modAnim">
        <pc:chgData name="Simon Fong" userId="0989948daaec8292" providerId="LiveId" clId="{F12E0490-60F3-4147-9D04-93D87D41D5A0}" dt="2026-10-21T12:53:38.579" v="10824"/>
        <pc:sldMkLst>
          <pc:docMk/>
          <pc:sldMk cId="2851113903" sldId="342"/>
        </pc:sldMkLst>
        <pc:spChg chg="mod">
          <ac:chgData name="Simon Fong" userId="0989948daaec8292" providerId="LiveId" clId="{F12E0490-60F3-4147-9D04-93D87D41D5A0}" dt="2026-10-21T12:51:50.883" v="10805" actId="20577"/>
          <ac:spMkLst>
            <pc:docMk/>
            <pc:sldMk cId="2851113903" sldId="342"/>
            <ac:spMk id="5" creationId="{3534F9FC-5B16-8099-A97F-F97DFE53C2E2}"/>
          </ac:spMkLst>
        </pc:spChg>
        <pc:spChg chg="mod">
          <ac:chgData name="Simon Fong" userId="0989948daaec8292" providerId="LiveId" clId="{F12E0490-60F3-4147-9D04-93D87D41D5A0}" dt="2026-10-21T12:53:13.173" v="10822" actId="2085"/>
          <ac:spMkLst>
            <pc:docMk/>
            <pc:sldMk cId="2851113903" sldId="342"/>
            <ac:spMk id="21" creationId="{771A0F6A-6020-9C29-BFAA-8BC2E7580412}"/>
          </ac:spMkLst>
        </pc:spChg>
        <pc:picChg chg="mod">
          <ac:chgData name="Simon Fong" userId="0989948daaec8292" providerId="LiveId" clId="{F12E0490-60F3-4147-9D04-93D87D41D5A0}" dt="2026-10-21T03:25:40.058" v="9722" actId="1038"/>
          <ac:picMkLst>
            <pc:docMk/>
            <pc:sldMk cId="2851113903" sldId="342"/>
            <ac:picMk id="3" creationId="{0FC74DE5-1CD4-F030-26B6-7789B3128B03}"/>
          </ac:picMkLst>
        </pc:picChg>
        <pc:picChg chg="mod modCrop">
          <ac:chgData name="Simon Fong" userId="0989948daaec8292" providerId="LiveId" clId="{F12E0490-60F3-4147-9D04-93D87D41D5A0}" dt="2026-10-21T00:31:00.854" v="6791" actId="1076"/>
          <ac:picMkLst>
            <pc:docMk/>
            <pc:sldMk cId="2851113903" sldId="342"/>
            <ac:picMk id="6" creationId="{0E5071E7-AB93-FF72-AEF1-60A82A307180}"/>
          </ac:picMkLst>
        </pc:picChg>
        <pc:picChg chg="mod">
          <ac:chgData name="Simon Fong" userId="0989948daaec8292" providerId="LiveId" clId="{F12E0490-60F3-4147-9D04-93D87D41D5A0}" dt="2026-10-21T03:25:40.058" v="9722" actId="1038"/>
          <ac:picMkLst>
            <pc:docMk/>
            <pc:sldMk cId="2851113903" sldId="342"/>
            <ac:picMk id="8" creationId="{280F33A7-3369-38B1-FBCD-ED6D23C4308E}"/>
          </ac:picMkLst>
        </pc:picChg>
      </pc:sldChg>
      <pc:sldChg chg="addSp delSp modSp add mod modTransition addAnim delAnim modAnim">
        <pc:chgData name="Simon Fong" userId="0989948daaec8292" providerId="LiveId" clId="{F12E0490-60F3-4147-9D04-93D87D41D5A0}" dt="2026-10-21T16:41:27.558" v="11564"/>
        <pc:sldMkLst>
          <pc:docMk/>
          <pc:sldMk cId="3076117219" sldId="343"/>
        </pc:sldMkLst>
        <pc:spChg chg="mod">
          <ac:chgData name="Simon Fong" userId="0989948daaec8292" providerId="LiveId" clId="{F12E0490-60F3-4147-9D04-93D87D41D5A0}" dt="2026-10-21T12:55:22.581" v="10844" actId="207"/>
          <ac:spMkLst>
            <pc:docMk/>
            <pc:sldMk cId="3076117219" sldId="343"/>
            <ac:spMk id="5" creationId="{374F341D-FAA8-4F28-D001-25BD4EFE2BDA}"/>
          </ac:spMkLst>
        </pc:spChg>
        <pc:spChg chg="mod">
          <ac:chgData name="Simon Fong" userId="0989948daaec8292" providerId="LiveId" clId="{F12E0490-60F3-4147-9D04-93D87D41D5A0}" dt="2026-10-21T12:54:58.576" v="10842" actId="2085"/>
          <ac:spMkLst>
            <pc:docMk/>
            <pc:sldMk cId="3076117219" sldId="343"/>
            <ac:spMk id="21" creationId="{888AB290-26B6-7B31-A17F-96BB7A3068CE}"/>
          </ac:spMkLst>
        </pc:spChg>
        <pc:picChg chg="mod">
          <ac:chgData name="Simon Fong" userId="0989948daaec8292" providerId="LiveId" clId="{F12E0490-60F3-4147-9D04-93D87D41D5A0}" dt="2026-10-21T03:30:04.968" v="9800" actId="1037"/>
          <ac:picMkLst>
            <pc:docMk/>
            <pc:sldMk cId="3076117219" sldId="343"/>
            <ac:picMk id="3" creationId="{62AF3FED-C925-2B51-D9A7-7EB468310F54}"/>
          </ac:picMkLst>
        </pc:picChg>
        <pc:picChg chg="del">
          <ac:chgData name="Simon Fong" userId="0989948daaec8292" providerId="LiveId" clId="{F12E0490-60F3-4147-9D04-93D87D41D5A0}" dt="2026-10-21T00:33:53.313" v="6934" actId="478"/>
          <ac:picMkLst>
            <pc:docMk/>
            <pc:sldMk cId="3076117219" sldId="343"/>
            <ac:picMk id="6" creationId="{F65D134C-EA81-8FB9-71AB-E6DA305D4A49}"/>
          </ac:picMkLst>
        </pc:picChg>
        <pc:picChg chg="add mod modCrop">
          <ac:chgData name="Simon Fong" userId="0989948daaec8292" providerId="LiveId" clId="{F12E0490-60F3-4147-9D04-93D87D41D5A0}" dt="2026-10-21T12:54:18.031" v="10828" actId="14100"/>
          <ac:picMkLst>
            <pc:docMk/>
            <pc:sldMk cId="3076117219" sldId="343"/>
            <ac:picMk id="7" creationId="{0F5212E7-A56F-3EB9-C019-C98856B80384}"/>
          </ac:picMkLst>
        </pc:picChg>
        <pc:picChg chg="mod">
          <ac:chgData name="Simon Fong" userId="0989948daaec8292" providerId="LiveId" clId="{F12E0490-60F3-4147-9D04-93D87D41D5A0}" dt="2026-10-21T03:30:04.968" v="9800" actId="1037"/>
          <ac:picMkLst>
            <pc:docMk/>
            <pc:sldMk cId="3076117219" sldId="343"/>
            <ac:picMk id="8" creationId="{7E4869ED-D38E-635E-DCA9-ACFC057E20A4}"/>
          </ac:picMkLst>
        </pc:picChg>
      </pc:sldChg>
      <pc:sldChg chg="modSp add mod modTransition addAnim delAnim modAnim">
        <pc:chgData name="Simon Fong" userId="0989948daaec8292" providerId="LiveId" clId="{F12E0490-60F3-4147-9D04-93D87D41D5A0}" dt="2026-10-21T16:41:41.423" v="11565"/>
        <pc:sldMkLst>
          <pc:docMk/>
          <pc:sldMk cId="673011083" sldId="344"/>
        </pc:sldMkLst>
        <pc:spChg chg="mod">
          <ac:chgData name="Simon Fong" userId="0989948daaec8292" providerId="LiveId" clId="{F12E0490-60F3-4147-9D04-93D87D41D5A0}" dt="2026-10-21T13:18:14.529" v="11078" actId="20577"/>
          <ac:spMkLst>
            <pc:docMk/>
            <pc:sldMk cId="673011083" sldId="344"/>
            <ac:spMk id="5" creationId="{B18773E1-E697-BAA3-558F-F73F5F8F252E}"/>
          </ac:spMkLst>
        </pc:spChg>
        <pc:spChg chg="mod">
          <ac:chgData name="Simon Fong" userId="0989948daaec8292" providerId="LiveId" clId="{F12E0490-60F3-4147-9D04-93D87D41D5A0}" dt="2026-10-21T13:18:11.479" v="11077" actId="2085"/>
          <ac:spMkLst>
            <pc:docMk/>
            <pc:sldMk cId="673011083" sldId="344"/>
            <ac:spMk id="21" creationId="{24C28F24-7BCA-A079-3E94-D43ECE497174}"/>
          </ac:spMkLst>
        </pc:spChg>
        <pc:picChg chg="mod">
          <ac:chgData name="Simon Fong" userId="0989948daaec8292" providerId="LiveId" clId="{F12E0490-60F3-4147-9D04-93D87D41D5A0}" dt="2026-10-21T03:32:37.511" v="9868" actId="1038"/>
          <ac:picMkLst>
            <pc:docMk/>
            <pc:sldMk cId="673011083" sldId="344"/>
            <ac:picMk id="3" creationId="{70D97C37-060C-5399-1EC2-902FF9390000}"/>
          </ac:picMkLst>
        </pc:picChg>
        <pc:picChg chg="mod modCrop">
          <ac:chgData name="Simon Fong" userId="0989948daaec8292" providerId="LiveId" clId="{F12E0490-60F3-4147-9D04-93D87D41D5A0}" dt="2026-10-21T13:18:18.563" v="11079" actId="1076"/>
          <ac:picMkLst>
            <pc:docMk/>
            <pc:sldMk cId="673011083" sldId="344"/>
            <ac:picMk id="7" creationId="{DA20B343-23A5-D59E-20E4-188E4A76C18E}"/>
          </ac:picMkLst>
        </pc:picChg>
        <pc:picChg chg="mod">
          <ac:chgData name="Simon Fong" userId="0989948daaec8292" providerId="LiveId" clId="{F12E0490-60F3-4147-9D04-93D87D41D5A0}" dt="2026-10-21T03:32:37.511" v="9868" actId="1038"/>
          <ac:picMkLst>
            <pc:docMk/>
            <pc:sldMk cId="673011083" sldId="344"/>
            <ac:picMk id="8" creationId="{1452368B-EB2C-AA30-48FF-8A843D0B28A6}"/>
          </ac:picMkLst>
        </pc:picChg>
      </pc:sldChg>
      <pc:sldChg chg="addSp delSp modSp add mod ord modTransition addAnim delAnim modAnim modNotesTx">
        <pc:chgData name="Simon Fong" userId="0989948daaec8292" providerId="LiveId" clId="{F12E0490-60F3-4147-9D04-93D87D41D5A0}" dt="2026-10-21T16:12:51.698" v="11511" actId="20577"/>
        <pc:sldMkLst>
          <pc:docMk/>
          <pc:sldMk cId="2281329578" sldId="345"/>
        </pc:sldMkLst>
        <pc:spChg chg="mod">
          <ac:chgData name="Simon Fong" userId="0989948daaec8292" providerId="LiveId" clId="{F12E0490-60F3-4147-9D04-93D87D41D5A0}" dt="2026-10-21T12:57:04.513" v="10872" actId="20577"/>
          <ac:spMkLst>
            <pc:docMk/>
            <pc:sldMk cId="2281329578" sldId="345"/>
            <ac:spMk id="5" creationId="{5EC7EF24-09D1-07E9-A675-ACFE9F99F71D}"/>
          </ac:spMkLst>
        </pc:spChg>
        <pc:spChg chg="mod">
          <ac:chgData name="Simon Fong" userId="0989948daaec8292" providerId="LiveId" clId="{F12E0490-60F3-4147-9D04-93D87D41D5A0}" dt="2026-10-21T12:56:34.427" v="10862" actId="2085"/>
          <ac:spMkLst>
            <pc:docMk/>
            <pc:sldMk cId="2281329578" sldId="345"/>
            <ac:spMk id="21" creationId="{819C928A-6012-D24B-69F0-B535B6D7D255}"/>
          </ac:spMkLst>
        </pc:spChg>
        <pc:picChg chg="mod">
          <ac:chgData name="Simon Fong" userId="0989948daaec8292" providerId="LiveId" clId="{F12E0490-60F3-4147-9D04-93D87D41D5A0}" dt="2026-10-21T03:34:42.062" v="9928" actId="1038"/>
          <ac:picMkLst>
            <pc:docMk/>
            <pc:sldMk cId="2281329578" sldId="345"/>
            <ac:picMk id="3" creationId="{BC3F6471-9A9C-796A-4CB1-543C5ECDD3FE}"/>
          </ac:picMkLst>
        </pc:picChg>
        <pc:picChg chg="add del">
          <ac:chgData name="Simon Fong" userId="0989948daaec8292" providerId="LiveId" clId="{F12E0490-60F3-4147-9D04-93D87D41D5A0}" dt="2026-10-21T00:39:49.828" v="7041" actId="22"/>
          <ac:picMkLst>
            <pc:docMk/>
            <pc:sldMk cId="2281329578" sldId="345"/>
            <ac:picMk id="6" creationId="{ECD6B820-D9C2-EF60-1D3F-745F0396A26A}"/>
          </ac:picMkLst>
        </pc:picChg>
        <pc:picChg chg="add mod">
          <ac:chgData name="Simon Fong" userId="0989948daaec8292" providerId="LiveId" clId="{F12E0490-60F3-4147-9D04-93D87D41D5A0}" dt="2026-10-21T03:34:42.062" v="9928" actId="1038"/>
          <ac:picMkLst>
            <pc:docMk/>
            <pc:sldMk cId="2281329578" sldId="345"/>
            <ac:picMk id="7" creationId="{5EB20360-B5C2-C91A-B972-A0B6E6A0676D}"/>
          </ac:picMkLst>
        </pc:picChg>
        <pc:picChg chg="mod">
          <ac:chgData name="Simon Fong" userId="0989948daaec8292" providerId="LiveId" clId="{F12E0490-60F3-4147-9D04-93D87D41D5A0}" dt="2026-10-21T03:34:42.062" v="9928" actId="1038"/>
          <ac:picMkLst>
            <pc:docMk/>
            <pc:sldMk cId="2281329578" sldId="345"/>
            <ac:picMk id="8" creationId="{7832668A-C6AD-E2BD-C600-17AD3DD84BCD}"/>
          </ac:picMkLst>
        </pc:picChg>
      </pc:sldChg>
      <pc:sldChg chg="addSp modSp add mod modTransition addAnim delAnim modAnim">
        <pc:chgData name="Simon Fong" userId="0989948daaec8292" providerId="LiveId" clId="{F12E0490-60F3-4147-9D04-93D87D41D5A0}" dt="2026-10-21T16:42:31.852" v="11566"/>
        <pc:sldMkLst>
          <pc:docMk/>
          <pc:sldMk cId="15008574" sldId="346"/>
        </pc:sldMkLst>
        <pc:spChg chg="mod">
          <ac:chgData name="Simon Fong" userId="0989948daaec8292" providerId="LiveId" clId="{F12E0490-60F3-4147-9D04-93D87D41D5A0}" dt="2026-10-21T12:57:28.138" v="10875" actId="20577"/>
          <ac:spMkLst>
            <pc:docMk/>
            <pc:sldMk cId="15008574" sldId="346"/>
            <ac:spMk id="5" creationId="{BB2135E3-4197-4D00-88AC-0F0CBEDA9DD8}"/>
          </ac:spMkLst>
        </pc:spChg>
        <pc:spChg chg="mod">
          <ac:chgData name="Simon Fong" userId="0989948daaec8292" providerId="LiveId" clId="{F12E0490-60F3-4147-9D04-93D87D41D5A0}" dt="2026-10-21T12:57:23.491" v="10874" actId="2085"/>
          <ac:spMkLst>
            <pc:docMk/>
            <pc:sldMk cId="15008574" sldId="346"/>
            <ac:spMk id="21" creationId="{3D46AA4F-F164-1948-3F88-DCBFCFE15BBF}"/>
          </ac:spMkLst>
        </pc:spChg>
        <pc:picChg chg="mod">
          <ac:chgData name="Simon Fong" userId="0989948daaec8292" providerId="LiveId" clId="{F12E0490-60F3-4147-9D04-93D87D41D5A0}" dt="2026-10-21T03:37:18.068" v="10025" actId="1038"/>
          <ac:picMkLst>
            <pc:docMk/>
            <pc:sldMk cId="15008574" sldId="346"/>
            <ac:picMk id="3" creationId="{C9C1C30C-4713-8C94-CB2C-12E67E891F67}"/>
          </ac:picMkLst>
        </pc:picChg>
        <pc:picChg chg="add mod modCrop">
          <ac:chgData name="Simon Fong" userId="0989948daaec8292" providerId="LiveId" clId="{F12E0490-60F3-4147-9D04-93D87D41D5A0}" dt="2026-10-21T12:57:40.759" v="10877" actId="1076"/>
          <ac:picMkLst>
            <pc:docMk/>
            <pc:sldMk cId="15008574" sldId="346"/>
            <ac:picMk id="6" creationId="{3C3D41F4-EC5E-2025-0DF8-FB621BBB3295}"/>
          </ac:picMkLst>
        </pc:picChg>
        <pc:picChg chg="mod">
          <ac:chgData name="Simon Fong" userId="0989948daaec8292" providerId="LiveId" clId="{F12E0490-60F3-4147-9D04-93D87D41D5A0}" dt="2026-10-21T03:37:18.068" v="10025" actId="1038"/>
          <ac:picMkLst>
            <pc:docMk/>
            <pc:sldMk cId="15008574" sldId="346"/>
            <ac:picMk id="7" creationId="{23393959-E4D7-C207-0AD9-9AEA54BA0F20}"/>
          </ac:picMkLst>
        </pc:picChg>
        <pc:picChg chg="mod">
          <ac:chgData name="Simon Fong" userId="0989948daaec8292" providerId="LiveId" clId="{F12E0490-60F3-4147-9D04-93D87D41D5A0}" dt="2026-10-21T03:37:18.068" v="10025" actId="1038"/>
          <ac:picMkLst>
            <pc:docMk/>
            <pc:sldMk cId="15008574" sldId="346"/>
            <ac:picMk id="8" creationId="{EC7AC0CB-4B67-4AE0-394B-A7E062973BB6}"/>
          </ac:picMkLst>
        </pc:picChg>
      </pc:sldChg>
      <pc:sldChg chg="addSp delSp modSp add mod modTransition addAnim delAnim modAnim">
        <pc:chgData name="Simon Fong" userId="0989948daaec8292" providerId="LiveId" clId="{F12E0490-60F3-4147-9D04-93D87D41D5A0}" dt="2026-10-21T16:43:26.904" v="11567"/>
        <pc:sldMkLst>
          <pc:docMk/>
          <pc:sldMk cId="1132955163" sldId="347"/>
        </pc:sldMkLst>
        <pc:spChg chg="mod">
          <ac:chgData name="Simon Fong" userId="0989948daaec8292" providerId="LiveId" clId="{F12E0490-60F3-4147-9D04-93D87D41D5A0}" dt="2026-10-21T12:59:43.893" v="10902" actId="20577"/>
          <ac:spMkLst>
            <pc:docMk/>
            <pc:sldMk cId="1132955163" sldId="347"/>
            <ac:spMk id="5" creationId="{C3177B20-FA5E-288D-B5DF-5FC6921A267B}"/>
          </ac:spMkLst>
        </pc:spChg>
        <pc:spChg chg="add del">
          <ac:chgData name="Simon Fong" userId="0989948daaec8292" providerId="LiveId" clId="{F12E0490-60F3-4147-9D04-93D87D41D5A0}" dt="2026-10-21T00:59:53.080" v="7401" actId="22"/>
          <ac:spMkLst>
            <pc:docMk/>
            <pc:sldMk cId="1132955163" sldId="347"/>
            <ac:spMk id="9" creationId="{D56ED7A4-3821-7C3C-49E6-1EF1EA4463D0}"/>
          </ac:spMkLst>
        </pc:spChg>
        <pc:spChg chg="add mod">
          <ac:chgData name="Simon Fong" userId="0989948daaec8292" providerId="LiveId" clId="{F12E0490-60F3-4147-9D04-93D87D41D5A0}" dt="2026-10-21T01:16:34.868" v="7670" actId="164"/>
          <ac:spMkLst>
            <pc:docMk/>
            <pc:sldMk cId="1132955163" sldId="347"/>
            <ac:spMk id="19" creationId="{68544943-D2EC-B93C-A57B-97C2CCC570C4}"/>
          </ac:spMkLst>
        </pc:spChg>
        <pc:spChg chg="mod">
          <ac:chgData name="Simon Fong" userId="0989948daaec8292" providerId="LiveId" clId="{F12E0490-60F3-4147-9D04-93D87D41D5A0}" dt="2026-10-21T12:59:40.307" v="10901" actId="2085"/>
          <ac:spMkLst>
            <pc:docMk/>
            <pc:sldMk cId="1132955163" sldId="347"/>
            <ac:spMk id="21" creationId="{D854AA77-4144-0C37-D17D-49C7EF64E46D}"/>
          </ac:spMkLst>
        </pc:spChg>
        <pc:spChg chg="add mod">
          <ac:chgData name="Simon Fong" userId="0989948daaec8292" providerId="LiveId" clId="{F12E0490-60F3-4147-9D04-93D87D41D5A0}" dt="2026-10-21T01:16:34.868" v="7670" actId="164"/>
          <ac:spMkLst>
            <pc:docMk/>
            <pc:sldMk cId="1132955163" sldId="347"/>
            <ac:spMk id="22" creationId="{6A7DC837-68DE-2683-0328-DFADA0AD0575}"/>
          </ac:spMkLst>
        </pc:spChg>
        <pc:spChg chg="add mod">
          <ac:chgData name="Simon Fong" userId="0989948daaec8292" providerId="LiveId" clId="{F12E0490-60F3-4147-9D04-93D87D41D5A0}" dt="2026-10-21T01:16:34.868" v="7670" actId="164"/>
          <ac:spMkLst>
            <pc:docMk/>
            <pc:sldMk cId="1132955163" sldId="347"/>
            <ac:spMk id="24" creationId="{983B1CAD-8D21-A149-6EA8-DADE0533D0FE}"/>
          </ac:spMkLst>
        </pc:spChg>
        <pc:grpChg chg="add mod">
          <ac:chgData name="Simon Fong" userId="0989948daaec8292" providerId="LiveId" clId="{F12E0490-60F3-4147-9D04-93D87D41D5A0}" dt="2026-10-21T01:16:26.717" v="7669" actId="164"/>
          <ac:grpSpMkLst>
            <pc:docMk/>
            <pc:sldMk cId="1132955163" sldId="347"/>
            <ac:grpSpMk id="26" creationId="{C062F457-9B80-36D5-E12B-26B318CFE729}"/>
          </ac:grpSpMkLst>
        </pc:grpChg>
        <pc:grpChg chg="add mod">
          <ac:chgData name="Simon Fong" userId="0989948daaec8292" providerId="LiveId" clId="{F12E0490-60F3-4147-9D04-93D87D41D5A0}" dt="2026-10-21T01:16:37.696" v="7678" actId="1037"/>
          <ac:grpSpMkLst>
            <pc:docMk/>
            <pc:sldMk cId="1132955163" sldId="347"/>
            <ac:grpSpMk id="27" creationId="{5526A8F9-2764-7D70-6D55-DAF86557706A}"/>
          </ac:grpSpMkLst>
        </pc:grpChg>
        <pc:picChg chg="mod">
          <ac:chgData name="Simon Fong" userId="0989948daaec8292" providerId="LiveId" clId="{F12E0490-60F3-4147-9D04-93D87D41D5A0}" dt="2026-10-21T03:44:12.832" v="10188" actId="1038"/>
          <ac:picMkLst>
            <pc:docMk/>
            <pc:sldMk cId="1132955163" sldId="347"/>
            <ac:picMk id="3" creationId="{704F9162-1995-0B33-DE0C-A591DD97D287}"/>
          </ac:picMkLst>
        </pc:picChg>
        <pc:picChg chg="del">
          <ac:chgData name="Simon Fong" userId="0989948daaec8292" providerId="LiveId" clId="{F12E0490-60F3-4147-9D04-93D87D41D5A0}" dt="2026-10-21T00:58:17.025" v="7363" actId="478"/>
          <ac:picMkLst>
            <pc:docMk/>
            <pc:sldMk cId="1132955163" sldId="347"/>
            <ac:picMk id="6" creationId="{A3B022F2-2AB9-2DC6-641B-C2C2D813D41C}"/>
          </ac:picMkLst>
        </pc:picChg>
        <pc:picChg chg="mod">
          <ac:chgData name="Simon Fong" userId="0989948daaec8292" providerId="LiveId" clId="{F12E0490-60F3-4147-9D04-93D87D41D5A0}" dt="2026-10-21T03:44:12.832" v="10188" actId="1038"/>
          <ac:picMkLst>
            <pc:docMk/>
            <pc:sldMk cId="1132955163" sldId="347"/>
            <ac:picMk id="7" creationId="{59F01B04-41F8-F625-1C91-FF86C48281F5}"/>
          </ac:picMkLst>
        </pc:picChg>
        <pc:picChg chg="mod">
          <ac:chgData name="Simon Fong" userId="0989948daaec8292" providerId="LiveId" clId="{F12E0490-60F3-4147-9D04-93D87D41D5A0}" dt="2026-10-21T03:44:12.832" v="10188" actId="1038"/>
          <ac:picMkLst>
            <pc:docMk/>
            <pc:sldMk cId="1132955163" sldId="347"/>
            <ac:picMk id="8" creationId="{CC721F2E-B171-A076-89CF-615FB09DA274}"/>
          </ac:picMkLst>
        </pc:picChg>
        <pc:picChg chg="add mod modCrop">
          <ac:chgData name="Simon Fong" userId="0989948daaec8292" providerId="LiveId" clId="{F12E0490-60F3-4147-9D04-93D87D41D5A0}" dt="2026-10-21T01:16:34.868" v="7670" actId="164"/>
          <ac:picMkLst>
            <pc:docMk/>
            <pc:sldMk cId="1132955163" sldId="347"/>
            <ac:picMk id="11" creationId="{CBA88B55-B3BB-2877-D36F-D729C82DF402}"/>
          </ac:picMkLst>
        </pc:picChg>
        <pc:picChg chg="add mod">
          <ac:chgData name="Simon Fong" userId="0989948daaec8292" providerId="LiveId" clId="{F12E0490-60F3-4147-9D04-93D87D41D5A0}" dt="2026-10-21T01:16:34.868" v="7670" actId="164"/>
          <ac:picMkLst>
            <pc:docMk/>
            <pc:sldMk cId="1132955163" sldId="347"/>
            <ac:picMk id="13" creationId="{105F281D-68B5-C7BD-387C-07F6C13CA784}"/>
          </ac:picMkLst>
        </pc:picChg>
        <pc:picChg chg="add mod">
          <ac:chgData name="Simon Fong" userId="0989948daaec8292" providerId="LiveId" clId="{F12E0490-60F3-4147-9D04-93D87D41D5A0}" dt="2026-10-21T01:16:34.868" v="7670" actId="164"/>
          <ac:picMkLst>
            <pc:docMk/>
            <pc:sldMk cId="1132955163" sldId="347"/>
            <ac:picMk id="15" creationId="{16EAD7C6-27C0-65CB-C043-1F082D593A3D}"/>
          </ac:picMkLst>
        </pc:picChg>
        <pc:cxnChg chg="add mod">
          <ac:chgData name="Simon Fong" userId="0989948daaec8292" providerId="LiveId" clId="{F12E0490-60F3-4147-9D04-93D87D41D5A0}" dt="2026-10-21T01:16:34.868" v="7670" actId="164"/>
          <ac:cxnSpMkLst>
            <pc:docMk/>
            <pc:sldMk cId="1132955163" sldId="347"/>
            <ac:cxnSpMk id="17" creationId="{4B5BFCB6-2529-21EC-8304-0AE189D1F640}"/>
          </ac:cxnSpMkLst>
        </pc:cxnChg>
        <pc:cxnChg chg="add mod">
          <ac:chgData name="Simon Fong" userId="0989948daaec8292" providerId="LiveId" clId="{F12E0490-60F3-4147-9D04-93D87D41D5A0}" dt="2026-10-21T01:16:34.868" v="7670" actId="164"/>
          <ac:cxnSpMkLst>
            <pc:docMk/>
            <pc:sldMk cId="1132955163" sldId="347"/>
            <ac:cxnSpMk id="18" creationId="{112A3DD8-B277-02B8-A1F0-14BFEAB665E8}"/>
          </ac:cxnSpMkLst>
        </pc:cxnChg>
      </pc:sldChg>
      <pc:sldChg chg="addSp delSp modSp add mod modTransition addAnim delAnim modAnim">
        <pc:chgData name="Simon Fong" userId="0989948daaec8292" providerId="LiveId" clId="{F12E0490-60F3-4147-9D04-93D87D41D5A0}" dt="2026-10-21T13:21:03.124" v="11110"/>
        <pc:sldMkLst>
          <pc:docMk/>
          <pc:sldMk cId="944892801" sldId="348"/>
        </pc:sldMkLst>
        <pc:spChg chg="mod">
          <ac:chgData name="Simon Fong" userId="0989948daaec8292" providerId="LiveId" clId="{F12E0490-60F3-4147-9D04-93D87D41D5A0}" dt="2026-10-21T13:01:41.185" v="10923" actId="20577"/>
          <ac:spMkLst>
            <pc:docMk/>
            <pc:sldMk cId="944892801" sldId="348"/>
            <ac:spMk id="5" creationId="{0EB6E484-19CC-C114-9DEE-B0273D5D8E11}"/>
          </ac:spMkLst>
        </pc:spChg>
        <pc:spChg chg="del">
          <ac:chgData name="Simon Fong" userId="0989948daaec8292" providerId="LiveId" clId="{F12E0490-60F3-4147-9D04-93D87D41D5A0}" dt="2026-10-21T01:16:53.745" v="7679" actId="478"/>
          <ac:spMkLst>
            <pc:docMk/>
            <pc:sldMk cId="944892801" sldId="348"/>
            <ac:spMk id="19" creationId="{212E7FC7-0C3A-4D9D-FB54-2209C3EC9548}"/>
          </ac:spMkLst>
        </pc:spChg>
        <pc:spChg chg="mod">
          <ac:chgData name="Simon Fong" userId="0989948daaec8292" providerId="LiveId" clId="{F12E0490-60F3-4147-9D04-93D87D41D5A0}" dt="2026-10-21T13:02:06.422" v="10936" actId="2085"/>
          <ac:spMkLst>
            <pc:docMk/>
            <pc:sldMk cId="944892801" sldId="348"/>
            <ac:spMk id="21" creationId="{352C6DE9-F32F-7217-21DA-18494A14E2B8}"/>
          </ac:spMkLst>
        </pc:spChg>
        <pc:spChg chg="del">
          <ac:chgData name="Simon Fong" userId="0989948daaec8292" providerId="LiveId" clId="{F12E0490-60F3-4147-9D04-93D87D41D5A0}" dt="2026-10-21T01:16:53.745" v="7679" actId="478"/>
          <ac:spMkLst>
            <pc:docMk/>
            <pc:sldMk cId="944892801" sldId="348"/>
            <ac:spMk id="22" creationId="{AAE13F48-738B-9EA0-E55D-989A1284F9B6}"/>
          </ac:spMkLst>
        </pc:spChg>
        <pc:spChg chg="del">
          <ac:chgData name="Simon Fong" userId="0989948daaec8292" providerId="LiveId" clId="{F12E0490-60F3-4147-9D04-93D87D41D5A0}" dt="2026-10-21T01:16:53.745" v="7679" actId="478"/>
          <ac:spMkLst>
            <pc:docMk/>
            <pc:sldMk cId="944892801" sldId="348"/>
            <ac:spMk id="24" creationId="{DD2192DC-8BD1-E46C-D2AD-4ED5A2385799}"/>
          </ac:spMkLst>
        </pc:spChg>
        <pc:picChg chg="mod">
          <ac:chgData name="Simon Fong" userId="0989948daaec8292" providerId="LiveId" clId="{F12E0490-60F3-4147-9D04-93D87D41D5A0}" dt="2026-10-21T03:44:33.479" v="10219" actId="1038"/>
          <ac:picMkLst>
            <pc:docMk/>
            <pc:sldMk cId="944892801" sldId="348"/>
            <ac:picMk id="3" creationId="{DB32175A-03E9-A495-9170-7C06455B5E2E}"/>
          </ac:picMkLst>
        </pc:picChg>
        <pc:picChg chg="add mod modCrop">
          <ac:chgData name="Simon Fong" userId="0989948daaec8292" providerId="LiveId" clId="{F12E0490-60F3-4147-9D04-93D87D41D5A0}" dt="2026-10-21T13:01:43.731" v="10924" actId="1076"/>
          <ac:picMkLst>
            <pc:docMk/>
            <pc:sldMk cId="944892801" sldId="348"/>
            <ac:picMk id="6" creationId="{C16D32A4-D9BD-E7A7-32E6-1921C045B9D2}"/>
          </ac:picMkLst>
        </pc:picChg>
        <pc:picChg chg="mod">
          <ac:chgData name="Simon Fong" userId="0989948daaec8292" providerId="LiveId" clId="{F12E0490-60F3-4147-9D04-93D87D41D5A0}" dt="2026-10-21T03:44:33.479" v="10219" actId="1038"/>
          <ac:picMkLst>
            <pc:docMk/>
            <pc:sldMk cId="944892801" sldId="348"/>
            <ac:picMk id="7" creationId="{F2F690CF-6139-D0E8-8962-6AC792631D19}"/>
          </ac:picMkLst>
        </pc:picChg>
        <pc:picChg chg="mod">
          <ac:chgData name="Simon Fong" userId="0989948daaec8292" providerId="LiveId" clId="{F12E0490-60F3-4147-9D04-93D87D41D5A0}" dt="2026-10-21T03:44:33.479" v="10219" actId="1038"/>
          <ac:picMkLst>
            <pc:docMk/>
            <pc:sldMk cId="944892801" sldId="348"/>
            <ac:picMk id="8" creationId="{F62D9AFC-ED56-E949-DE18-FFCFB6C858DE}"/>
          </ac:picMkLst>
        </pc:picChg>
        <pc:picChg chg="del">
          <ac:chgData name="Simon Fong" userId="0989948daaec8292" providerId="LiveId" clId="{F12E0490-60F3-4147-9D04-93D87D41D5A0}" dt="2026-10-21T01:16:53.745" v="7679" actId="478"/>
          <ac:picMkLst>
            <pc:docMk/>
            <pc:sldMk cId="944892801" sldId="348"/>
            <ac:picMk id="11" creationId="{7539AE32-9030-2418-E148-5F97D4A74946}"/>
          </ac:picMkLst>
        </pc:picChg>
        <pc:picChg chg="del">
          <ac:chgData name="Simon Fong" userId="0989948daaec8292" providerId="LiveId" clId="{F12E0490-60F3-4147-9D04-93D87D41D5A0}" dt="2026-10-21T01:16:53.745" v="7679" actId="478"/>
          <ac:picMkLst>
            <pc:docMk/>
            <pc:sldMk cId="944892801" sldId="348"/>
            <ac:picMk id="13" creationId="{B762DE06-9771-0939-CB53-2425371FE04E}"/>
          </ac:picMkLst>
        </pc:picChg>
        <pc:picChg chg="del">
          <ac:chgData name="Simon Fong" userId="0989948daaec8292" providerId="LiveId" clId="{F12E0490-60F3-4147-9D04-93D87D41D5A0}" dt="2026-10-21T01:16:53.745" v="7679" actId="478"/>
          <ac:picMkLst>
            <pc:docMk/>
            <pc:sldMk cId="944892801" sldId="348"/>
            <ac:picMk id="15" creationId="{B21C0BAA-2B62-7556-2010-49959A14671D}"/>
          </ac:picMkLst>
        </pc:picChg>
        <pc:cxnChg chg="del mod">
          <ac:chgData name="Simon Fong" userId="0989948daaec8292" providerId="LiveId" clId="{F12E0490-60F3-4147-9D04-93D87D41D5A0}" dt="2026-10-21T01:16:53.745" v="7679" actId="478"/>
          <ac:cxnSpMkLst>
            <pc:docMk/>
            <pc:sldMk cId="944892801" sldId="348"/>
            <ac:cxnSpMk id="17" creationId="{3FD279FD-7FAD-6421-27DA-CC79C1BBD65D}"/>
          </ac:cxnSpMkLst>
        </pc:cxnChg>
        <pc:cxnChg chg="del">
          <ac:chgData name="Simon Fong" userId="0989948daaec8292" providerId="LiveId" clId="{F12E0490-60F3-4147-9D04-93D87D41D5A0}" dt="2026-10-21T01:16:53.745" v="7679" actId="478"/>
          <ac:cxnSpMkLst>
            <pc:docMk/>
            <pc:sldMk cId="944892801" sldId="348"/>
            <ac:cxnSpMk id="18" creationId="{481999CD-8E26-33A2-FD66-5345BD21CB7C}"/>
          </ac:cxnSpMkLst>
        </pc:cxnChg>
      </pc:sldChg>
      <pc:sldChg chg="addSp delSp modSp add mod modTransition addAnim delAnim modAnim modNotesTx">
        <pc:chgData name="Simon Fong" userId="0989948daaec8292" providerId="LiveId" clId="{F12E0490-60F3-4147-9D04-93D87D41D5A0}" dt="2026-10-21T16:43:40.032" v="11569"/>
        <pc:sldMkLst>
          <pc:docMk/>
          <pc:sldMk cId="3024977880" sldId="349"/>
        </pc:sldMkLst>
        <pc:spChg chg="mod">
          <ac:chgData name="Simon Fong" userId="0989948daaec8292" providerId="LiveId" clId="{F12E0490-60F3-4147-9D04-93D87D41D5A0}" dt="2026-10-21T13:21:43.651" v="11111" actId="207"/>
          <ac:spMkLst>
            <pc:docMk/>
            <pc:sldMk cId="3024977880" sldId="349"/>
            <ac:spMk id="5" creationId="{61DA5399-811B-A824-BB1F-84DF2595A821}"/>
          </ac:spMkLst>
        </pc:spChg>
        <pc:spChg chg="mod">
          <ac:chgData name="Simon Fong" userId="0989948daaec8292" providerId="LiveId" clId="{F12E0490-60F3-4147-9D04-93D87D41D5A0}" dt="2026-10-21T13:03:10.362" v="10942" actId="2085"/>
          <ac:spMkLst>
            <pc:docMk/>
            <pc:sldMk cId="3024977880" sldId="349"/>
            <ac:spMk id="21" creationId="{D564F8E4-A3BC-5E0A-EBF8-92E7791845AE}"/>
          </ac:spMkLst>
        </pc:spChg>
        <pc:picChg chg="mod">
          <ac:chgData name="Simon Fong" userId="0989948daaec8292" providerId="LiveId" clId="{F12E0490-60F3-4147-9D04-93D87D41D5A0}" dt="2026-10-21T03:45:01.661" v="10252" actId="1037"/>
          <ac:picMkLst>
            <pc:docMk/>
            <pc:sldMk cId="3024977880" sldId="349"/>
            <ac:picMk id="3" creationId="{8E027EEA-3421-82EA-F581-A2E44FFE522A}"/>
          </ac:picMkLst>
        </pc:picChg>
        <pc:picChg chg="del">
          <ac:chgData name="Simon Fong" userId="0989948daaec8292" providerId="LiveId" clId="{F12E0490-60F3-4147-9D04-93D87D41D5A0}" dt="2026-10-21T01:24:06.748" v="7814" actId="478"/>
          <ac:picMkLst>
            <pc:docMk/>
            <pc:sldMk cId="3024977880" sldId="349"/>
            <ac:picMk id="6" creationId="{8FD5C782-A16B-1F66-D513-D0434A1D2D1B}"/>
          </ac:picMkLst>
        </pc:picChg>
        <pc:picChg chg="mod">
          <ac:chgData name="Simon Fong" userId="0989948daaec8292" providerId="LiveId" clId="{F12E0490-60F3-4147-9D04-93D87D41D5A0}" dt="2026-10-21T03:45:01.661" v="10252" actId="1037"/>
          <ac:picMkLst>
            <pc:docMk/>
            <pc:sldMk cId="3024977880" sldId="349"/>
            <ac:picMk id="7" creationId="{8F18041F-4A28-9FE4-3D56-31D7BF5ED8A6}"/>
          </ac:picMkLst>
        </pc:picChg>
        <pc:picChg chg="mod">
          <ac:chgData name="Simon Fong" userId="0989948daaec8292" providerId="LiveId" clId="{F12E0490-60F3-4147-9D04-93D87D41D5A0}" dt="2026-10-21T03:45:01.661" v="10252" actId="1037"/>
          <ac:picMkLst>
            <pc:docMk/>
            <pc:sldMk cId="3024977880" sldId="349"/>
            <ac:picMk id="8" creationId="{5AF8079C-124C-CC68-456C-5E077D30B4CE}"/>
          </ac:picMkLst>
        </pc:picChg>
        <pc:picChg chg="add mod modCrop">
          <ac:chgData name="Simon Fong" userId="0989948daaec8292" providerId="LiveId" clId="{F12E0490-60F3-4147-9D04-93D87D41D5A0}" dt="2026-10-21T13:03:20.916" v="10945" actId="1076"/>
          <ac:picMkLst>
            <pc:docMk/>
            <pc:sldMk cId="3024977880" sldId="349"/>
            <ac:picMk id="9" creationId="{71F41F8F-4E3E-FA74-22FD-AF86AD74AA28}"/>
          </ac:picMkLst>
        </pc:picChg>
      </pc:sldChg>
      <pc:sldChg chg="addSp delSp modSp add mod modTransition addAnim delAnim modAnim">
        <pc:chgData name="Simon Fong" userId="0989948daaec8292" providerId="LiveId" clId="{F12E0490-60F3-4147-9D04-93D87D41D5A0}" dt="2026-10-21T16:43:53.489" v="11572"/>
        <pc:sldMkLst>
          <pc:docMk/>
          <pc:sldMk cId="949559913" sldId="350"/>
        </pc:sldMkLst>
        <pc:spChg chg="mod">
          <ac:chgData name="Simon Fong" userId="0989948daaec8292" providerId="LiveId" clId="{F12E0490-60F3-4147-9D04-93D87D41D5A0}" dt="2026-10-21T13:04:36.386" v="10966" actId="2710"/>
          <ac:spMkLst>
            <pc:docMk/>
            <pc:sldMk cId="949559913" sldId="350"/>
            <ac:spMk id="5" creationId="{1D816E4C-0072-C80F-B8F2-44B0F6857C4A}"/>
          </ac:spMkLst>
        </pc:spChg>
        <pc:spChg chg="mod">
          <ac:chgData name="Simon Fong" userId="0989948daaec8292" providerId="LiveId" clId="{F12E0490-60F3-4147-9D04-93D87D41D5A0}" dt="2026-10-21T13:04:24.555" v="10963" actId="2085"/>
          <ac:spMkLst>
            <pc:docMk/>
            <pc:sldMk cId="949559913" sldId="350"/>
            <ac:spMk id="21" creationId="{2D3212B4-4017-9E8D-8B68-154C87527969}"/>
          </ac:spMkLst>
        </pc:spChg>
        <pc:picChg chg="mod">
          <ac:chgData name="Simon Fong" userId="0989948daaec8292" providerId="LiveId" clId="{F12E0490-60F3-4147-9D04-93D87D41D5A0}" dt="2026-10-21T03:45:57.411" v="10283" actId="1038"/>
          <ac:picMkLst>
            <pc:docMk/>
            <pc:sldMk cId="949559913" sldId="350"/>
            <ac:picMk id="3" creationId="{87C5CC96-806F-F748-0469-DFA5909A8C99}"/>
          </ac:picMkLst>
        </pc:picChg>
        <pc:picChg chg="add mod">
          <ac:chgData name="Simon Fong" userId="0989948daaec8292" providerId="LiveId" clId="{F12E0490-60F3-4147-9D04-93D87D41D5A0}" dt="2026-10-21T13:04:47.882" v="10968" actId="1076"/>
          <ac:picMkLst>
            <pc:docMk/>
            <pc:sldMk cId="949559913" sldId="350"/>
            <ac:picMk id="6" creationId="{71E9EEFB-041F-E35C-B701-76018A20AA74}"/>
          </ac:picMkLst>
        </pc:picChg>
        <pc:picChg chg="mod">
          <ac:chgData name="Simon Fong" userId="0989948daaec8292" providerId="LiveId" clId="{F12E0490-60F3-4147-9D04-93D87D41D5A0}" dt="2026-10-21T03:45:57.411" v="10283" actId="1038"/>
          <ac:picMkLst>
            <pc:docMk/>
            <pc:sldMk cId="949559913" sldId="350"/>
            <ac:picMk id="7" creationId="{DDC310D6-FF86-3392-2804-13AF61F7603C}"/>
          </ac:picMkLst>
        </pc:picChg>
        <pc:picChg chg="mod">
          <ac:chgData name="Simon Fong" userId="0989948daaec8292" providerId="LiveId" clId="{F12E0490-60F3-4147-9D04-93D87D41D5A0}" dt="2026-10-21T03:45:57.411" v="10283" actId="1038"/>
          <ac:picMkLst>
            <pc:docMk/>
            <pc:sldMk cId="949559913" sldId="350"/>
            <ac:picMk id="8" creationId="{1F626FD9-84B5-5477-E4E1-7CE57E0CB7CB}"/>
          </ac:picMkLst>
        </pc:picChg>
        <pc:picChg chg="del">
          <ac:chgData name="Simon Fong" userId="0989948daaec8292" providerId="LiveId" clId="{F12E0490-60F3-4147-9D04-93D87D41D5A0}" dt="2026-10-21T01:26:13.247" v="7912" actId="478"/>
          <ac:picMkLst>
            <pc:docMk/>
            <pc:sldMk cId="949559913" sldId="350"/>
            <ac:picMk id="9" creationId="{8DAC61F1-D710-D532-F0BB-E15236367CB5}"/>
          </ac:picMkLst>
        </pc:picChg>
      </pc:sldChg>
      <pc:sldChg chg="addSp modSp add mod ord modTransition addAnim delAnim modAnim">
        <pc:chgData name="Simon Fong" userId="0989948daaec8292" providerId="LiveId" clId="{F12E0490-60F3-4147-9D04-93D87D41D5A0}" dt="2026-10-21T13:07:52.632" v="11021" actId="207"/>
        <pc:sldMkLst>
          <pc:docMk/>
          <pc:sldMk cId="531339455" sldId="351"/>
        </pc:sldMkLst>
        <pc:spChg chg="mod">
          <ac:chgData name="Simon Fong" userId="0989948daaec8292" providerId="LiveId" clId="{F12E0490-60F3-4147-9D04-93D87D41D5A0}" dt="2026-10-21T13:07:52.632" v="11021" actId="207"/>
          <ac:spMkLst>
            <pc:docMk/>
            <pc:sldMk cId="531339455" sldId="351"/>
            <ac:spMk id="5" creationId="{A35F2965-0C69-E248-8D70-710C2BDE0975}"/>
          </ac:spMkLst>
        </pc:spChg>
        <pc:spChg chg="mod">
          <ac:chgData name="Simon Fong" userId="0989948daaec8292" providerId="LiveId" clId="{F12E0490-60F3-4147-9D04-93D87D41D5A0}" dt="2026-10-21T13:07:11.005" v="11002" actId="2085"/>
          <ac:spMkLst>
            <pc:docMk/>
            <pc:sldMk cId="531339455" sldId="351"/>
            <ac:spMk id="21" creationId="{796B01BE-0A41-168A-ED76-93E134234257}"/>
          </ac:spMkLst>
        </pc:spChg>
        <pc:picChg chg="add mod">
          <ac:chgData name="Simon Fong" userId="0989948daaec8292" providerId="LiveId" clId="{F12E0490-60F3-4147-9D04-93D87D41D5A0}" dt="2026-10-21T03:48:51.622" v="10395" actId="1038"/>
          <ac:picMkLst>
            <pc:docMk/>
            <pc:sldMk cId="531339455" sldId="351"/>
            <ac:picMk id="2" creationId="{ADE4FCBA-10C7-73F0-6979-FBAD0FCD5338}"/>
          </ac:picMkLst>
        </pc:picChg>
        <pc:picChg chg="mod">
          <ac:chgData name="Simon Fong" userId="0989948daaec8292" providerId="LiveId" clId="{F12E0490-60F3-4147-9D04-93D87D41D5A0}" dt="2026-10-21T03:48:51.622" v="10395" actId="1038"/>
          <ac:picMkLst>
            <pc:docMk/>
            <pc:sldMk cId="531339455" sldId="351"/>
            <ac:picMk id="3" creationId="{7E876343-6FCE-7A6B-90CC-9261318EFF4B}"/>
          </ac:picMkLst>
        </pc:picChg>
        <pc:picChg chg="mod">
          <ac:chgData name="Simon Fong" userId="0989948daaec8292" providerId="LiveId" clId="{F12E0490-60F3-4147-9D04-93D87D41D5A0}" dt="2026-10-21T03:48:51.622" v="10395" actId="1038"/>
          <ac:picMkLst>
            <pc:docMk/>
            <pc:sldMk cId="531339455" sldId="351"/>
            <ac:picMk id="7" creationId="{8FE380F7-2A70-7FE1-DEA3-EF59681DB035}"/>
          </ac:picMkLst>
        </pc:picChg>
        <pc:picChg chg="mod">
          <ac:chgData name="Simon Fong" userId="0989948daaec8292" providerId="LiveId" clId="{F12E0490-60F3-4147-9D04-93D87D41D5A0}" dt="2026-10-21T03:48:51.622" v="10395" actId="1038"/>
          <ac:picMkLst>
            <pc:docMk/>
            <pc:sldMk cId="531339455" sldId="351"/>
            <ac:picMk id="8" creationId="{E2DBBC87-DBF4-4F70-96DD-9AB60111A7BD}"/>
          </ac:picMkLst>
        </pc:picChg>
      </pc:sldChg>
      <pc:sldChg chg="addSp delSp modSp add mod modTransition addAnim delAnim modAnim modNotesTx">
        <pc:chgData name="Simon Fong" userId="0989948daaec8292" providerId="LiveId" clId="{F12E0490-60F3-4147-9D04-93D87D41D5A0}" dt="2026-10-21T16:48:07.895" v="11576"/>
        <pc:sldMkLst>
          <pc:docMk/>
          <pc:sldMk cId="3509043029" sldId="352"/>
        </pc:sldMkLst>
        <pc:spChg chg="add del mod">
          <ac:chgData name="Simon Fong" userId="0989948daaec8292" providerId="LiveId" clId="{F12E0490-60F3-4147-9D04-93D87D41D5A0}" dt="2026-10-21T15:44:47.267" v="11156" actId="478"/>
          <ac:spMkLst>
            <pc:docMk/>
            <pc:sldMk cId="3509043029" sldId="352"/>
            <ac:spMk id="4" creationId="{1A9BB750-2024-D94A-FB28-94DB7B44C532}"/>
          </ac:spMkLst>
        </pc:spChg>
        <pc:spChg chg="mod">
          <ac:chgData name="Simon Fong" userId="0989948daaec8292" providerId="LiveId" clId="{F12E0490-60F3-4147-9D04-93D87D41D5A0}" dt="2026-10-21T15:41:11.683" v="11113" actId="20577"/>
          <ac:spMkLst>
            <pc:docMk/>
            <pc:sldMk cId="3509043029" sldId="352"/>
            <ac:spMk id="5" creationId="{10715739-9713-BF85-AB40-C6E97A9527DB}"/>
          </ac:spMkLst>
        </pc:spChg>
        <pc:spChg chg="add mod">
          <ac:chgData name="Simon Fong" userId="0989948daaec8292" providerId="LiveId" clId="{F12E0490-60F3-4147-9D04-93D87D41D5A0}" dt="2026-10-21T15:45:07.854" v="11159" actId="207"/>
          <ac:spMkLst>
            <pc:docMk/>
            <pc:sldMk cId="3509043029" sldId="352"/>
            <ac:spMk id="6" creationId="{2C2C232A-8EE3-27B9-148C-A5D8A6048784}"/>
          </ac:spMkLst>
        </pc:spChg>
        <pc:spChg chg="mod">
          <ac:chgData name="Simon Fong" userId="0989948daaec8292" providerId="LiveId" clId="{F12E0490-60F3-4147-9D04-93D87D41D5A0}" dt="2026-10-21T13:10:03.146" v="11024" actId="2085"/>
          <ac:spMkLst>
            <pc:docMk/>
            <pc:sldMk cId="3509043029" sldId="352"/>
            <ac:spMk id="21" creationId="{E39DA962-E80A-58D4-CA24-ED389FFC3611}"/>
          </ac:spMkLst>
        </pc:spChg>
        <pc:picChg chg="del">
          <ac:chgData name="Simon Fong" userId="0989948daaec8292" providerId="LiveId" clId="{F12E0490-60F3-4147-9D04-93D87D41D5A0}" dt="2026-10-21T01:39:01.170" v="8434" actId="478"/>
          <ac:picMkLst>
            <pc:docMk/>
            <pc:sldMk cId="3509043029" sldId="352"/>
            <ac:picMk id="2" creationId="{E4C10581-6728-955E-B621-55F3C0533202}"/>
          </ac:picMkLst>
        </pc:picChg>
        <pc:picChg chg="del">
          <ac:chgData name="Simon Fong" userId="0989948daaec8292" providerId="LiveId" clId="{F12E0490-60F3-4147-9D04-93D87D41D5A0}" dt="2026-10-21T01:39:04.218" v="8437" actId="478"/>
          <ac:picMkLst>
            <pc:docMk/>
            <pc:sldMk cId="3509043029" sldId="352"/>
            <ac:picMk id="3" creationId="{17B3222E-0A71-47BB-A67F-AD137F569B64}"/>
          </ac:picMkLst>
        </pc:picChg>
        <pc:picChg chg="add mod">
          <ac:chgData name="Simon Fong" userId="0989948daaec8292" providerId="LiveId" clId="{F12E0490-60F3-4147-9D04-93D87D41D5A0}" dt="2026-10-21T16:02:08.647" v="11470" actId="14826"/>
          <ac:picMkLst>
            <pc:docMk/>
            <pc:sldMk cId="3509043029" sldId="352"/>
            <ac:picMk id="3" creationId="{362CCE02-A1FF-37A2-6E6D-D2F5AF82E309}"/>
          </ac:picMkLst>
        </pc:picChg>
        <pc:picChg chg="del">
          <ac:chgData name="Simon Fong" userId="0989948daaec8292" providerId="LiveId" clId="{F12E0490-60F3-4147-9D04-93D87D41D5A0}" dt="2026-10-21T01:39:10.936" v="8438" actId="478"/>
          <ac:picMkLst>
            <pc:docMk/>
            <pc:sldMk cId="3509043029" sldId="352"/>
            <ac:picMk id="4" creationId="{9FEF0806-AB6A-A976-3597-2B062635A67C}"/>
          </ac:picMkLst>
        </pc:picChg>
        <pc:picChg chg="del">
          <ac:chgData name="Simon Fong" userId="0989948daaec8292" providerId="LiveId" clId="{F12E0490-60F3-4147-9D04-93D87D41D5A0}" dt="2026-10-21T01:39:02.600" v="8435" actId="478"/>
          <ac:picMkLst>
            <pc:docMk/>
            <pc:sldMk cId="3509043029" sldId="352"/>
            <ac:picMk id="7" creationId="{21D133E3-BE84-BAEA-62DC-23EA81893F17}"/>
          </ac:picMkLst>
        </pc:picChg>
        <pc:picChg chg="del">
          <ac:chgData name="Simon Fong" userId="0989948daaec8292" providerId="LiveId" clId="{F12E0490-60F3-4147-9D04-93D87D41D5A0}" dt="2026-10-21T01:39:03.472" v="8436" actId="478"/>
          <ac:picMkLst>
            <pc:docMk/>
            <pc:sldMk cId="3509043029" sldId="352"/>
            <ac:picMk id="8" creationId="{ACE0A5DB-EDC8-1B1A-3223-84C6EF9F989B}"/>
          </ac:picMkLst>
        </pc:picChg>
      </pc:sldChg>
      <pc:sldChg chg="modSp add del mod modTransition modAnim">
        <pc:chgData name="Simon Fong" userId="0989948daaec8292" providerId="LiveId" clId="{F12E0490-60F3-4147-9D04-93D87D41D5A0}" dt="2026-10-21T16:17:20.058" v="11516" actId="47"/>
        <pc:sldMkLst>
          <pc:docMk/>
          <pc:sldMk cId="2288475341" sldId="353"/>
        </pc:sldMkLst>
        <pc:spChg chg="mod">
          <ac:chgData name="Simon Fong" userId="0989948daaec8292" providerId="LiveId" clId="{F12E0490-60F3-4147-9D04-93D87D41D5A0}" dt="2026-10-21T03:52:44.965" v="10486" actId="207"/>
          <ac:spMkLst>
            <pc:docMk/>
            <pc:sldMk cId="2288475341" sldId="353"/>
            <ac:spMk id="5" creationId="{2F486437-8353-4EE1-0B36-381A28C60947}"/>
          </ac:spMkLst>
        </pc:spChg>
        <pc:spChg chg="mod">
          <ac:chgData name="Simon Fong" userId="0989948daaec8292" providerId="LiveId" clId="{F12E0490-60F3-4147-9D04-93D87D41D5A0}" dt="2026-10-21T13:10:11.278" v="11027" actId="179"/>
          <ac:spMkLst>
            <pc:docMk/>
            <pc:sldMk cId="2288475341" sldId="353"/>
            <ac:spMk id="21" creationId="{64829C5F-7205-4D25-5D75-E2EE5D0EA75D}"/>
          </ac:spMkLst>
        </pc:spChg>
      </pc:sldChg>
      <pc:sldChg chg="modSp add mod modAnim modNotesTx">
        <pc:chgData name="Simon Fong" userId="0989948daaec8292" providerId="LiveId" clId="{F12E0490-60F3-4147-9D04-93D87D41D5A0}" dt="2026-10-21T16:08:09.248" v="11498" actId="20577"/>
        <pc:sldMkLst>
          <pc:docMk/>
          <pc:sldMk cId="3746039619" sldId="354"/>
        </pc:sldMkLst>
        <pc:spChg chg="mod">
          <ac:chgData name="Simon Fong" userId="0989948daaec8292" providerId="LiveId" clId="{F12E0490-60F3-4147-9D04-93D87D41D5A0}" dt="2026-10-21T13:13:34.286" v="11069" actId="207"/>
          <ac:spMkLst>
            <pc:docMk/>
            <pc:sldMk cId="3746039619" sldId="354"/>
            <ac:spMk id="5" creationId="{E4947C39-FB44-13AB-6D85-5B4536E612D4}"/>
          </ac:spMkLst>
        </pc:spChg>
        <pc:picChg chg="mod">
          <ac:chgData name="Simon Fong" userId="0989948daaec8292" providerId="LiveId" clId="{F12E0490-60F3-4147-9D04-93D87D41D5A0}" dt="2026-10-21T13:13:27.989" v="11068" actId="1037"/>
          <ac:picMkLst>
            <pc:docMk/>
            <pc:sldMk cId="3746039619" sldId="354"/>
            <ac:picMk id="15" creationId="{8A30C845-2B6A-C67B-FAAA-D62650087A95}"/>
          </ac:picMkLst>
        </pc:picChg>
      </pc:sldChg>
      <pc:sldChg chg="add del">
        <pc:chgData name="Simon Fong" userId="0989948daaec8292" providerId="LiveId" clId="{F12E0490-60F3-4147-9D04-93D87D41D5A0}" dt="2026-10-21T16:17:18.525" v="11515" actId="47"/>
        <pc:sldMkLst>
          <pc:docMk/>
          <pc:sldMk cId="2882348766" sldId="355"/>
        </pc:sldMkLst>
      </pc:sldChg>
      <pc:sldChg chg="modSp add mod modTransition modAnim modNotesTx">
        <pc:chgData name="Simon Fong" userId="0989948daaec8292" providerId="LiveId" clId="{F12E0490-60F3-4147-9D04-93D87D41D5A0}" dt="2026-10-21T16:02:16.798" v="11471" actId="14826"/>
        <pc:sldMkLst>
          <pc:docMk/>
          <pc:sldMk cId="3589390894" sldId="356"/>
        </pc:sldMkLst>
        <pc:spChg chg="mod">
          <ac:chgData name="Simon Fong" userId="0989948daaec8292" providerId="LiveId" clId="{F12E0490-60F3-4147-9D04-93D87D41D5A0}" dt="2026-10-21T15:47:58.528" v="11209" actId="14100"/>
          <ac:spMkLst>
            <pc:docMk/>
            <pc:sldMk cId="3589390894" sldId="356"/>
            <ac:spMk id="6" creationId="{A5E1E015-23C3-D12E-E4F8-A2711F021999}"/>
          </ac:spMkLst>
        </pc:spChg>
        <pc:picChg chg="mod">
          <ac:chgData name="Simon Fong" userId="0989948daaec8292" providerId="LiveId" clId="{F12E0490-60F3-4147-9D04-93D87D41D5A0}" dt="2026-10-21T16:02:16.798" v="11471" actId="14826"/>
          <ac:picMkLst>
            <pc:docMk/>
            <pc:sldMk cId="3589390894" sldId="356"/>
            <ac:picMk id="3" creationId="{7937E774-7CCA-2A71-EA69-722B6AB63A2B}"/>
          </ac:picMkLst>
        </pc:picChg>
      </pc:sldChg>
      <pc:sldChg chg="modSp add mod modNotesTx">
        <pc:chgData name="Simon Fong" userId="0989948daaec8292" providerId="LiveId" clId="{F12E0490-60F3-4147-9D04-93D87D41D5A0}" dt="2026-10-21T16:02:23.336" v="11472" actId="14826"/>
        <pc:sldMkLst>
          <pc:docMk/>
          <pc:sldMk cId="2350224871" sldId="357"/>
        </pc:sldMkLst>
        <pc:spChg chg="mod">
          <ac:chgData name="Simon Fong" userId="0989948daaec8292" providerId="LiveId" clId="{F12E0490-60F3-4147-9D04-93D87D41D5A0}" dt="2026-10-21T15:57:47.607" v="11306" actId="14100"/>
          <ac:spMkLst>
            <pc:docMk/>
            <pc:sldMk cId="2350224871" sldId="357"/>
            <ac:spMk id="6" creationId="{D8FD39D0-9B43-DED0-5DAD-B48EACA740BC}"/>
          </ac:spMkLst>
        </pc:spChg>
        <pc:picChg chg="mod">
          <ac:chgData name="Simon Fong" userId="0989948daaec8292" providerId="LiveId" clId="{F12E0490-60F3-4147-9D04-93D87D41D5A0}" dt="2026-10-21T16:02:23.336" v="11472" actId="14826"/>
          <ac:picMkLst>
            <pc:docMk/>
            <pc:sldMk cId="2350224871" sldId="357"/>
            <ac:picMk id="3" creationId="{0C949CC4-404A-1612-8971-E31A560D2942}"/>
          </ac:picMkLst>
        </pc:picChg>
      </pc:sldChg>
      <pc:sldChg chg="modSp add mod modNotesTx">
        <pc:chgData name="Simon Fong" userId="0989948daaec8292" providerId="LiveId" clId="{F12E0490-60F3-4147-9D04-93D87D41D5A0}" dt="2026-10-21T16:02:30.187" v="11473" actId="14826"/>
        <pc:sldMkLst>
          <pc:docMk/>
          <pc:sldMk cId="3086191465" sldId="358"/>
        </pc:sldMkLst>
        <pc:spChg chg="mod">
          <ac:chgData name="Simon Fong" userId="0989948daaec8292" providerId="LiveId" clId="{F12E0490-60F3-4147-9D04-93D87D41D5A0}" dt="2026-10-21T15:59:08.572" v="11354" actId="14100"/>
          <ac:spMkLst>
            <pc:docMk/>
            <pc:sldMk cId="3086191465" sldId="358"/>
            <ac:spMk id="6" creationId="{9CECAFDD-8183-910F-8447-52D5251C1783}"/>
          </ac:spMkLst>
        </pc:spChg>
        <pc:picChg chg="mod">
          <ac:chgData name="Simon Fong" userId="0989948daaec8292" providerId="LiveId" clId="{F12E0490-60F3-4147-9D04-93D87D41D5A0}" dt="2026-10-21T16:02:30.187" v="11473" actId="14826"/>
          <ac:picMkLst>
            <pc:docMk/>
            <pc:sldMk cId="3086191465" sldId="358"/>
            <ac:picMk id="3" creationId="{E0C36C1A-EB18-1FBE-6D37-8E7F0A7D43D2}"/>
          </ac:picMkLst>
        </pc:picChg>
      </pc:sldChg>
      <pc:sldChg chg="modSp add mod modNotesTx">
        <pc:chgData name="Simon Fong" userId="0989948daaec8292" providerId="LiveId" clId="{F12E0490-60F3-4147-9D04-93D87D41D5A0}" dt="2026-10-21T16:03:56.268" v="11491" actId="14100"/>
        <pc:sldMkLst>
          <pc:docMk/>
          <pc:sldMk cId="3365818493" sldId="359"/>
        </pc:sldMkLst>
        <pc:spChg chg="mod">
          <ac:chgData name="Simon Fong" userId="0989948daaec8292" providerId="LiveId" clId="{F12E0490-60F3-4147-9D04-93D87D41D5A0}" dt="2026-10-21T16:03:56.268" v="11491" actId="14100"/>
          <ac:spMkLst>
            <pc:docMk/>
            <pc:sldMk cId="3365818493" sldId="359"/>
            <ac:spMk id="6" creationId="{1F0102E9-6916-4713-9F93-379CAE1C011F}"/>
          </ac:spMkLst>
        </pc:spChg>
        <pc:picChg chg="mod">
          <ac:chgData name="Simon Fong" userId="0989948daaec8292" providerId="LiveId" clId="{F12E0490-60F3-4147-9D04-93D87D41D5A0}" dt="2026-10-21T16:02:36.472" v="11474" actId="14826"/>
          <ac:picMkLst>
            <pc:docMk/>
            <pc:sldMk cId="3365818493" sldId="359"/>
            <ac:picMk id="3" creationId="{5C46897D-AD17-E03C-1804-D6264C6EF6EE}"/>
          </ac:picMkLst>
        </pc:picChg>
      </pc:sldChg>
      <pc:sldChg chg="addSp delSp modSp add del mod ord modAnim">
        <pc:chgData name="Simon Fong" userId="0989948daaec8292" providerId="LiveId" clId="{F12E0490-60F3-4147-9D04-93D87D41D5A0}" dt="2026-10-21T16:26:16.958" v="11521" actId="47"/>
        <pc:sldMkLst>
          <pc:docMk/>
          <pc:sldMk cId="1680775075" sldId="360"/>
        </pc:sldMkLst>
        <pc:spChg chg="mod">
          <ac:chgData name="Simon Fong" userId="0989948daaec8292" providerId="LiveId" clId="{F12E0490-60F3-4147-9D04-93D87D41D5A0}" dt="2026-10-21T16:06:19.652" v="11496" actId="6549"/>
          <ac:spMkLst>
            <pc:docMk/>
            <pc:sldMk cId="1680775075" sldId="360"/>
            <ac:spMk id="24" creationId="{B2AD38A4-933B-FD5B-9076-F68F658375BB}"/>
          </ac:spMkLst>
        </pc:spChg>
        <pc:picChg chg="add del">
          <ac:chgData name="Simon Fong" userId="0989948daaec8292" providerId="LiveId" clId="{F12E0490-60F3-4147-9D04-93D87D41D5A0}" dt="2026-10-21T16:25:46.364" v="11519" actId="478"/>
          <ac:picMkLst>
            <pc:docMk/>
            <pc:sldMk cId="1680775075" sldId="360"/>
            <ac:picMk id="32" creationId="{9DC1DDB9-497D-8B88-4CD4-839ECD382119}"/>
          </ac:picMkLst>
        </pc:picChg>
      </pc:sldChg>
      <pc:sldChg chg="addSp delSp modSp add del mod">
        <pc:chgData name="Simon Fong" userId="0989948daaec8292" providerId="LiveId" clId="{F12E0490-60F3-4147-9D04-93D87D41D5A0}" dt="2026-10-21T16:33:17.911" v="11530" actId="2696"/>
        <pc:sldMkLst>
          <pc:docMk/>
          <pc:sldMk cId="3816560892" sldId="361"/>
        </pc:sldMkLst>
        <pc:spChg chg="add mod">
          <ac:chgData name="Simon Fong" userId="0989948daaec8292" providerId="LiveId" clId="{F12E0490-60F3-4147-9D04-93D87D41D5A0}" dt="2026-10-21T16:33:04.352" v="11526" actId="767"/>
          <ac:spMkLst>
            <pc:docMk/>
            <pc:sldMk cId="3816560892" sldId="361"/>
            <ac:spMk id="2" creationId="{A4ED4B4B-66AE-1466-4274-8981F4B4E026}"/>
          </ac:spMkLst>
        </pc:spChg>
        <pc:spChg chg="del">
          <ac:chgData name="Simon Fong" userId="0989948daaec8292" providerId="LiveId" clId="{F12E0490-60F3-4147-9D04-93D87D41D5A0}" dt="2026-10-21T16:26:21.029" v="11523" actId="478"/>
          <ac:spMkLst>
            <pc:docMk/>
            <pc:sldMk cId="3816560892" sldId="361"/>
            <ac:spMk id="6" creationId="{AD36CEF3-907A-5FAA-A0AA-00F3AA75DF6A}"/>
          </ac:spMkLst>
        </pc:spChg>
        <pc:spChg chg="mod">
          <ac:chgData name="Simon Fong" userId="0989948daaec8292" providerId="LiveId" clId="{F12E0490-60F3-4147-9D04-93D87D41D5A0}" dt="2026-10-21T16:33:01.954" v="11524" actId="6549"/>
          <ac:spMkLst>
            <pc:docMk/>
            <pc:sldMk cId="3816560892" sldId="361"/>
            <ac:spMk id="21" creationId="{B4BF7C72-A591-B7DE-8384-D5728952FAB5}"/>
          </ac:spMkLst>
        </pc:spChg>
        <pc:picChg chg="del">
          <ac:chgData name="Simon Fong" userId="0989948daaec8292" providerId="LiveId" clId="{F12E0490-60F3-4147-9D04-93D87D41D5A0}" dt="2026-10-21T16:26:19.726" v="11522" actId="478"/>
          <ac:picMkLst>
            <pc:docMk/>
            <pc:sldMk cId="3816560892" sldId="361"/>
            <ac:picMk id="3" creationId="{351619FB-5C3B-9F5F-D261-555764810D54}"/>
          </ac:picMkLst>
        </pc:picChg>
      </pc:sldChg>
      <pc:sldChg chg="delSp modSp add mod ord modTransition delAnim modAnim">
        <pc:chgData name="Simon Fong" userId="0989948daaec8292" providerId="LiveId" clId="{F12E0490-60F3-4147-9D04-93D87D41D5A0}" dt="2026-10-21T16:49:34.852" v="11580"/>
        <pc:sldMkLst>
          <pc:docMk/>
          <pc:sldMk cId="1607717512" sldId="362"/>
        </pc:sldMkLst>
        <pc:spChg chg="mod">
          <ac:chgData name="Simon Fong" userId="0989948daaec8292" providerId="LiveId" clId="{F12E0490-60F3-4147-9D04-93D87D41D5A0}" dt="2026-10-21T16:35:08.785" v="11551" actId="255"/>
          <ac:spMkLst>
            <pc:docMk/>
            <pc:sldMk cId="1607717512" sldId="362"/>
            <ac:spMk id="5" creationId="{3D43E055-5A9B-0C8F-9EB7-952970FE1877}"/>
          </ac:spMkLst>
        </pc:spChg>
        <pc:spChg chg="mod">
          <ac:chgData name="Simon Fong" userId="0989948daaec8292" providerId="LiveId" clId="{F12E0490-60F3-4147-9D04-93D87D41D5A0}" dt="2026-10-21T16:33:22.998" v="11531" actId="6549"/>
          <ac:spMkLst>
            <pc:docMk/>
            <pc:sldMk cId="1607717512" sldId="362"/>
            <ac:spMk id="21" creationId="{6858D4A1-E58F-932C-99AE-B99C27499249}"/>
          </ac:spMkLst>
        </pc:spChg>
        <pc:picChg chg="del">
          <ac:chgData name="Simon Fong" userId="0989948daaec8292" providerId="LiveId" clId="{F12E0490-60F3-4147-9D04-93D87D41D5A0}" dt="2026-10-21T16:33:30.173" v="11536" actId="478"/>
          <ac:picMkLst>
            <pc:docMk/>
            <pc:sldMk cId="1607717512" sldId="362"/>
            <ac:picMk id="2" creationId="{CDBD5C7E-692D-E1FA-DAB2-2CB4B42A46F8}"/>
          </ac:picMkLst>
        </pc:picChg>
        <pc:picChg chg="del">
          <ac:chgData name="Simon Fong" userId="0989948daaec8292" providerId="LiveId" clId="{F12E0490-60F3-4147-9D04-93D87D41D5A0}" dt="2026-10-21T16:33:27.421" v="11533" actId="478"/>
          <ac:picMkLst>
            <pc:docMk/>
            <pc:sldMk cId="1607717512" sldId="362"/>
            <ac:picMk id="3" creationId="{C9C2669A-78EB-885C-E3F8-A6332C39F64D}"/>
          </ac:picMkLst>
        </pc:picChg>
        <pc:picChg chg="del">
          <ac:chgData name="Simon Fong" userId="0989948daaec8292" providerId="LiveId" clId="{F12E0490-60F3-4147-9D04-93D87D41D5A0}" dt="2026-10-21T16:33:25.989" v="11532" actId="478"/>
          <ac:picMkLst>
            <pc:docMk/>
            <pc:sldMk cId="1607717512" sldId="362"/>
            <ac:picMk id="4" creationId="{DA75CFDA-51D7-560A-695D-1A14CDE67B5F}"/>
          </ac:picMkLst>
        </pc:picChg>
        <pc:picChg chg="del">
          <ac:chgData name="Simon Fong" userId="0989948daaec8292" providerId="LiveId" clId="{F12E0490-60F3-4147-9D04-93D87D41D5A0}" dt="2026-10-21T16:33:29.261" v="11535" actId="478"/>
          <ac:picMkLst>
            <pc:docMk/>
            <pc:sldMk cId="1607717512" sldId="362"/>
            <ac:picMk id="7" creationId="{11056B17-B6C3-85D6-2263-BDF546DF4F9D}"/>
          </ac:picMkLst>
        </pc:picChg>
        <pc:picChg chg="del">
          <ac:chgData name="Simon Fong" userId="0989948daaec8292" providerId="LiveId" clId="{F12E0490-60F3-4147-9D04-93D87D41D5A0}" dt="2026-10-21T16:33:28.207" v="11534" actId="478"/>
          <ac:picMkLst>
            <pc:docMk/>
            <pc:sldMk cId="1607717512" sldId="362"/>
            <ac:picMk id="8" creationId="{6B74F5B2-4564-46F5-77D3-47C592773978}"/>
          </ac:picMkLst>
        </pc:picChg>
      </pc:sldChg>
      <pc:sldMasterChg chg="setBg modSldLayout">
        <pc:chgData name="Simon Fong" userId="0989948daaec8292" providerId="LiveId" clId="{F12E0490-60F3-4147-9D04-93D87D41D5A0}" dt="2026-10-20T23:45:54.116" v="5417"/>
        <pc:sldMasterMkLst>
          <pc:docMk/>
          <pc:sldMasterMk cId="1665112790" sldId="2147483759"/>
        </pc:sldMasterMkLst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3497200525" sldId="2147483760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2222384926" sldId="2147483761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3424830979" sldId="2147483762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2336630391" sldId="2147483763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3336070296" sldId="2147483764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117942018" sldId="2147483765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3388594335" sldId="2147483766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1224422293" sldId="2147483767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2828374964" sldId="2147483768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1446437269" sldId="2147483769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3096441000" sldId="2147483770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1697300382" sldId="21474837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C3641-D97D-4221-8E4A-4CE191803EE4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943C2D-F906-40B9-A627-61546CDC67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686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0562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attacker finds an unpatched application and tests it for React2Shell.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the attack begins.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09760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attacker tries to get the user id and finds 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application runs as root.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8922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Runtime details reveal Debian and help the attacker understand the environment.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94380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 execution gives the attacker a foothold. Next, the attacker inspects the container.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4297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Environment variables reveal Kubernetes and a secret available to the app.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3391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attacker reads the container secret directly from the process environment.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92450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mounted service account token exposes the pod's Kubernetes identity.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31395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attacker uses the token to authenticate a request to the Kubernetes API.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380836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compromised app exposes a secret and a workload identity. Next comes cluster access.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47485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attacker discovers an internal API listening on port 3000 in another namespace.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92616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request from the compromised pod returns two internal user records: Alice and Bob.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1338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Kubernetes API reveals a secret in the internal namespace.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31431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Broad RBAC permissions let the attacker retrieve the secret and decode its value.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19623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Internal data and the cluster secret are exposed. The attacker now investigates the cloud layer identity.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27805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 environment variables identify the IAM role and the separate IRSA token file.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82896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IRSA exchanges the projected token for temporary AWS credentials. The role's permissions determine access.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32876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attacker uploads a Node.js script to use the pod's AWS identity.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57005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the pod's AWS role, the attacker lists secrets and finds a RDS credential.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98902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Secrets Manager returns the RDS credential, including its username, password, and port.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368987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script retrieves the cloud secret, completing access to all three secrets.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49358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app vulnerability enables remote code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73669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DC6E4-7C15-0C87-F4CF-F5B5B8724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93F97E-EF59-443F-74CD-C30477EF71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34356A-638B-E43A-001D-136EC9A838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Readable environment variables exposes container secret.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2D9C4-9E31-97D3-3A8A-E4CB80B1AB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66651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38BCB-D2A0-66A6-EF93-635FF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95BE0C-63A0-71EE-4476-2798087559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7D6A4C-B0F6-1941-5C4B-B5D1961D59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>
                <a:effectLst/>
              </a:rPr>
              <a:t>A mounted token makes the API server and the cluster secret accessible due to broad RBAC.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675A9-0D18-071F-44C1-BC48BE9E63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81432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88602-EC4F-CB52-AC19-33C574490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39C59A-993C-D044-8641-228CFAF95F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F7013A-6542-6158-C9BF-822D4AA71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>
                <a:effectLst/>
              </a:rPr>
              <a:t>The flat network in cluster 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exposes internal data.</a:t>
            </a:r>
          </a:p>
          <a:p>
            <a:endParaRPr lang="en-CA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DEDEA-ECC8-E864-030A-17A79157B7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43508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69154-5CDB-4908-A8B5-422A6CC63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DAB5B2-D0DA-B726-CA13-6C50671DDD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BF90C5-A24C-E468-6C11-BA033DBEE8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IRSA injected token and assume role expose the IAM role credentials. And broad IAM permissions allow secret access.</a:t>
            </a:r>
            <a:endParaRPr lang="en-CA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3C48D-ED66-AFE0-1743-D9C268799B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27196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AC36D-DE53-AD36-6C54-C45E155FF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DA2B92-2482-47B7-DB76-3D4B18DE2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480CC-1035-BB5C-417C-692D6E093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attacker has reached the secrets. Next, we switch to the platform administrator’s perspective to detect the breach, investigate the evidence, and contain the compromised pod.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D34490-2804-3A48-6692-D4A2D23EF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3938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5AC95-1BD0-D5BD-EA4D-95B89C696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8D8CB8-79C7-2A96-8FAF-B2D5C0A42D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6AFEB-571D-41CA-974B-28509E9C5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D71D7-7D5B-1EC6-57D7-7616BBE12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05ECD-4F3E-73B7-2AB0-6D5BE3C48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7200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D7BB3-50A4-58AB-7B02-490FD5219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91A38-8669-C39C-9E6B-316DA0D5D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EDF95-B307-51F8-DECF-B44CB1E23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C2871-1325-059D-530B-BDD25B28D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21911-4B6E-FECE-011E-251CD036C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2384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82F06-A1E8-36F1-B94A-DE1BDB652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A934A-FB4E-6879-B7A6-98571447E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4FC4E-5642-A56D-D15E-25E8C85F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1C825-6A32-ED7A-9767-D5B047A8A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8BB5D-FB5A-74F7-11ED-3E755F6E6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4830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855B0-1F3D-F4A0-5BEF-F606A2D0E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DC31B-767A-5897-44BA-2141F12D2C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DE4D79-D1C2-877D-7139-336285B70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889AD9-8F82-9567-2F92-B2F739AEA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2D390-516F-E604-8197-6373E12B2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F56101-EB47-9389-2DC0-49B791927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663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ACBFB-0E08-C0A4-43C6-ECC960378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E745B-0100-FE43-2418-8939A2392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656A66-37B4-01ED-0F07-41AEAD41C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3356B7-A3C2-442B-204E-D8A947937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6D2C3B-813A-A445-C5C9-30DD7B377F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BE522A-2184-DE56-6F0A-62ADC664F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9B07E5-08F2-C9C7-AB46-F1F16F4E3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1CD104-DA67-5D73-435F-7AB99EEA3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6070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B5C52-7A09-0581-9E28-732BC7923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9A3864-EE81-E1A8-3FCA-940C69398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BEC60-E73E-F4B8-34FF-2032196D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F1D31-7C61-08F2-BF32-EBC19B383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942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DAEF73-FC3A-3E23-FF03-04DEEB77C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DE635-FE03-F8C6-8C63-39BA23F49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7996D-ECAC-0E7A-BAA0-30DF429D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8594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37600-46BA-310F-E840-9FD891EEC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CB522-C0B2-C9D4-69A4-5BAC0C9B0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AB4AD-89D5-0560-F415-7AD9411312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1AE0E2-53FB-FC0C-6FFC-6DA548AA5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29A5F-B066-AE3A-B101-711442577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D923F-377C-633F-EF98-CF9B4C061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4422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9B2FF-FAE7-0DDB-F193-9DEAD97E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7DE531-9654-C3AA-8EA8-0A57169E90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1B3564-784E-E424-7BF5-A422D65E5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29DF2-58F8-C2E1-7BD8-D6C32B9BE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E5B1B-4EFF-8334-361C-4507751D3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7B532-7C88-2DAB-E4E4-09B891BB6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837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EE18F-448A-8DA0-FC0A-C6232609E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08D12E-D5C3-7905-2927-1621494883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E81EC-713F-5DB0-8215-699C20167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A6A23-ABB2-7851-EC95-59594BA75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9B78B-DA71-6C99-CD79-3FC70DA91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6437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04A6BA-98E5-7EA2-46CE-8810EFA2AC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40F95B-13B5-ACFE-983A-DA8BE63128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A19D3-F465-12BE-2F21-25B74CB59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5E0B5-284B-ADA6-80A7-C539A76FA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3CB72-1206-FAD7-23C6-89B720588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6441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961397C-706D-4EB8-B1E1-D1B680D284C3}" type="datetime1">
              <a:rPr lang="en-US" smtClean="0"/>
              <a:t>10/21/2026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73003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89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D21B6B-3277-7B3E-D636-D9AFF1E28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F435F-36AF-313C-7FA1-017B05742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41C9C-270A-4951-1EAA-61A2E26340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757EAC-F02C-41AB-966A-B857386BB5B4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94C93-997A-BD0B-48F6-10EF316F80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DE3BB-45FF-070C-2C0C-02C6FC0BC8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51127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158F0ED-9F1D-EFEC-3544-41B5BB8F4E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7" r="7867"/>
          <a:stretch/>
        </p:blipFill>
        <p:spPr>
          <a:xfrm flipH="1"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0B66FF80-661C-B63A-31A9-41C8E14A76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1122363"/>
            <a:ext cx="4931417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React2Shell on Amazon EKS</a:t>
            </a:r>
          </a:p>
        </p:txBody>
      </p:sp>
      <p:sp>
        <p:nvSpPr>
          <p:cNvPr id="24" name="Subtitle 23">
            <a:extLst>
              <a:ext uri="{FF2B5EF4-FFF2-40B4-BE49-F238E27FC236}">
                <a16:creationId xmlns:a16="http://schemas.microsoft.com/office/drawing/2014/main" id="{FFB20242-D968-BFEB-4CC4-53D1AD03BD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806289" cy="1359395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One vulnerability. Four layers.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Attack. Detect. Harden.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00549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0">
        <p159:morph option="byObject"/>
      </p:transition>
    </mc:Choice>
    <mc:Fallback xmlns=""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4D4A6-B1DA-E51A-5483-FC1FF3299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4FAB4-09B7-EB32-768D-B4308FE8B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CA" sz="48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 Attacker's Story </a:t>
            </a: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E4947C39-FB44-13AB-6D85-5B4536E612D4}"/>
              </a:ext>
            </a:extLst>
          </p:cNvPr>
          <p:cNvSpPr txBox="1">
            <a:spLocks/>
          </p:cNvSpPr>
          <p:nvPr/>
        </p:nvSpPr>
        <p:spPr>
          <a:xfrm>
            <a:off x="-1" y="1188720"/>
            <a:ext cx="12113173" cy="5669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</a:t>
            </a:r>
            <a:r>
              <a:rPr lang="en-CA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the day after </a:t>
            </a:r>
            <a:r>
              <a:rPr lang="en-CA" sz="32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React2Shell </a:t>
            </a: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disclosure</a:t>
            </a:r>
            <a:r>
              <a:rPr lang="en-CA" sz="32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(CVE-2025-55182)</a:t>
            </a:r>
            <a:r>
              <a:rPr lang="en-CA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 algn="just">
              <a:buNone/>
            </a:pPr>
            <a:r>
              <a:rPr lang="en-CA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attacker targets an unpatched app at </a:t>
            </a:r>
            <a:r>
              <a:rPr lang="en-CA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react2shell.arguswatcher.net</a:t>
            </a:r>
            <a:r>
              <a:rPr lang="en-CA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endParaRPr lang="en-CA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CA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CA" sz="32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</a:t>
            </a:r>
            <a:r>
              <a:rPr lang="en-CA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begins…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A30C845-2B6A-C67B-FAAA-D62650087A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999" b="50378"/>
          <a:stretch>
            <a:fillRect/>
          </a:stretch>
        </p:blipFill>
        <p:spPr>
          <a:xfrm>
            <a:off x="4176551" y="2918336"/>
            <a:ext cx="7860421" cy="345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039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 advClick="0" advTm="15000">
        <p159:morph option="byObject"/>
      </p:transition>
    </mc:Choice>
    <mc:Fallback xmlns="">
      <p:transition spd="slow" advClick="0" advTm="1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4CB25-09C9-33D4-9E1F-FFF42362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3B02FF7-99F7-FDB7-1FB2-ACCCF640C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525" y="9524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7C1331-EFAD-8170-5D75-846B2AD915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9C661C2C-42CF-042C-526F-FF6ADD970227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40005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4000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 access with the webapp.</a:t>
            </a:r>
            <a:endParaRPr lang="en-CA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521340-72EE-8120-5F77-E4F77CBF9C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20" r="35072"/>
          <a:stretch>
            <a:fillRect/>
          </a:stretch>
        </p:blipFill>
        <p:spPr>
          <a:xfrm>
            <a:off x="157743" y="3202876"/>
            <a:ext cx="11693372" cy="360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895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 advClick="0" advTm="10000">
        <p159:morph option="byObject"/>
      </p:transition>
    </mc:Choice>
    <mc:Fallback xmlns=""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3A64A-8D22-D11C-05A5-2624F0541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08F1DB40-8A87-06B1-26B9-4AFE6CDD2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2F7B55-0E86-81BE-BCEA-B418594E5C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8F83ECEE-842B-5C7A-4B24-15265F3F8B3F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400050">
              <a:buFont typeface="Wingdings" panose="05000000000000000000" pitchFamily="2" charset="2"/>
              <a:buChar char="Ø"/>
            </a:pPr>
            <a:endParaRPr lang="en-CA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400050">
              <a:buFont typeface="Wingdings" panose="05000000000000000000" pitchFamily="2" charset="2"/>
              <a:buChar char="Ø"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Inspect the runtime environment</a:t>
            </a:r>
          </a:p>
          <a:p>
            <a:pPr marL="400050" indent="-40005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CA" b="1" dirty="0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10A309-E41C-859A-65B4-82495C1240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3" r="23411" b="1093"/>
          <a:stretch>
            <a:fillRect/>
          </a:stretch>
        </p:blipFill>
        <p:spPr>
          <a:xfrm>
            <a:off x="133349" y="2259378"/>
            <a:ext cx="11055351" cy="4446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080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 advClick="0" advTm="10000">
        <p159:morph option="byObject"/>
      </p:transition>
    </mc:Choice>
    <mc:Fallback xmlns=""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08FF2-6C56-FB83-2B82-2EE68AA37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EB4817D6-47CB-A5A2-9E37-8A167EFE3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2FF901-EDE1-1688-9AFC-9BBC2EE422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113BDD0D-BF04-8D0A-B104-D2F482277D66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sz="3600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36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Layer</a:t>
            </a:r>
          </a:p>
          <a:p>
            <a:pPr marL="0" indent="0">
              <a:buNone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React2Shell</a:t>
            </a: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enables remote code execution in the app.</a:t>
            </a:r>
          </a:p>
          <a:p>
            <a:pPr marL="0" indent="0">
              <a:buNone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The process runs as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</a:t>
            </a: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Debian</a:t>
            </a: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endParaRPr lang="en-US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endParaRPr lang="en-US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CA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Next: explore the container...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endParaRPr lang="en-CA" b="1" dirty="0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5C56BD-9398-C32E-CDFF-C169ECC400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29" y="510480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063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 advClick="0" advTm="18000">
        <p159:morph option="byObject"/>
      </p:transition>
    </mc:Choice>
    <mc:Fallback xmlns="">
      <p:transition spd="slow" advClick="0" advTm="1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F9B5F-1342-EDB7-06A9-248D9631F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68585934-AEB4-1965-41C2-E43C6B54E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8577A6-9B76-59E6-969C-E1A7E9078E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8A1C8B9D-53F5-4AC6-08AF-FF24D9E94558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CA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Inspect environment variables</a:t>
            </a:r>
          </a:p>
          <a:p>
            <a:pPr marL="0" indent="0">
              <a:buNone/>
            </a:pPr>
            <a:r>
              <a:rPr lang="en-CA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- Kubernetes environment detected.</a:t>
            </a:r>
          </a:p>
          <a:p>
            <a:pPr marL="0" indent="0">
              <a:buNone/>
            </a:pPr>
            <a:r>
              <a:rPr lang="en-CA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- Container secret found.</a:t>
            </a:r>
          </a:p>
          <a:p>
            <a:pPr lvl="1">
              <a:lnSpc>
                <a:spcPct val="100000"/>
              </a:lnSpc>
              <a:buFontTx/>
              <a:buChar char="-"/>
            </a:pPr>
            <a:endParaRPr lang="en-CA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B6C43A-49CF-5DAC-E54F-66426B5C80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29" y="510480"/>
            <a:ext cx="274320" cy="2743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E45675-76C8-86C4-14A7-58E8C907D1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976"/>
          <a:stretch>
            <a:fillRect/>
          </a:stretch>
        </p:blipFill>
        <p:spPr>
          <a:xfrm>
            <a:off x="5210175" y="1043998"/>
            <a:ext cx="6819901" cy="552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358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 advClick="0" advTm="15000">
        <p159:morph option="byObject"/>
      </p:transition>
    </mc:Choice>
    <mc:Fallback xmlns="">
      <p:transition spd="slow" advClick="0" advTm="1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A680C-8599-D8EB-9C28-A2D7E05F3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5586E152-CCD5-3FEC-8843-C4801C9DC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162931-9964-8B61-5CDB-40C72B959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8EC8DDD9-CC9F-AE93-960B-5B2FBC386262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CA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Read the container secret: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CONTAINER_SECRET</a:t>
            </a:r>
          </a:p>
          <a:p>
            <a:pPr>
              <a:buFont typeface="Wingdings" panose="05000000000000000000" pitchFamily="2" charset="2"/>
              <a:buChar char="Ø"/>
            </a:pPr>
            <a:endParaRPr lang="en-C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E2470D-C606-3B08-AAD2-1EFFB9EC96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2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BBA423-E782-8B38-325A-A0247F3782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563"/>
          <a:stretch>
            <a:fillRect/>
          </a:stretch>
        </p:blipFill>
        <p:spPr>
          <a:xfrm>
            <a:off x="155755" y="2684435"/>
            <a:ext cx="11880490" cy="240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723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 advClick="0" advTm="10000">
        <p159:morph option="byObject"/>
      </p:transition>
    </mc:Choice>
    <mc:Fallback xmlns=""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543AB-4469-BAF9-A366-409112B1F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61483E72-0219-AE89-5BAA-8939E1BBC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2D433F-2DAB-96C7-8016-145B4334C0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008FEE48-14CF-C57B-A40D-F0338BE0C645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CA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Locate and read the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 account token</a:t>
            </a:r>
          </a:p>
          <a:p>
            <a:pPr marL="0" indent="0">
              <a:lnSpc>
                <a:spcPct val="100000"/>
              </a:lnSpc>
              <a:buNone/>
            </a:pPr>
            <a:endParaRPr lang="en-CA" b="1" dirty="0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DF8A30-44D2-CABB-8D0A-326E7AB65B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29" y="510480"/>
            <a:ext cx="274320" cy="2743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13398F-8067-9FCA-DFB9-D1306EC3AE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569"/>
          <a:stretch>
            <a:fillRect/>
          </a:stretch>
        </p:blipFill>
        <p:spPr>
          <a:xfrm>
            <a:off x="142569" y="2927194"/>
            <a:ext cx="11906862" cy="274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253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 advClick="0" advTm="10000">
        <p159:morph option="byObject"/>
      </p:transition>
    </mc:Choice>
    <mc:Fallback xmlns=""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35F01-798B-EAED-9EC2-EAD2290D3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28BC8D08-D16E-432D-6F4C-073B93A5E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630C47-7EB2-80FC-6B8E-66D2907BD1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B1D4E8BE-C650-FD61-99E2-FF1F0D3E3B41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CA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Query the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Kubernetes API server</a:t>
            </a:r>
          </a:p>
          <a:p>
            <a:pPr marL="0" indent="0">
              <a:buNone/>
            </a:pPr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CA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API server IP: 172.16.110.140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CA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108D16-3AF3-F9D0-65BD-BACF91D127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2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F63EB2-4002-7F34-DC04-2F9F59A0E7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327"/>
          <a:stretch>
            <a:fillRect/>
          </a:stretch>
        </p:blipFill>
        <p:spPr>
          <a:xfrm>
            <a:off x="104467" y="2516734"/>
            <a:ext cx="10779433" cy="428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333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 advClick="0" advTm="11000">
        <p159:morph option="byObject"/>
      </p:transition>
    </mc:Choice>
    <mc:Fallback xmlns="">
      <p:transition spd="slow" advClick="0" advTm="1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53C10-CD6F-9004-33C6-A2611BA9A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F6A02C4-B835-25CD-3465-07407040D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8951B4-2271-28E8-85CB-45899AF17A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83B6B738-89C6-37DF-F851-AC887DEBD6E2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sz="3600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36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Container Layer</a:t>
            </a:r>
          </a:p>
          <a:p>
            <a:pPr marL="0" indent="0">
              <a:buNone/>
            </a:pPr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The app runs in </a:t>
            </a:r>
            <a:r>
              <a:rPr lang="en-CA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Kubernetes</a:t>
            </a:r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Environment variables expose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CONTAINER_SECRET</a:t>
            </a:r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The mounted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 account token </a:t>
            </a:r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allows API authentication.</a:t>
            </a:r>
          </a:p>
          <a:p>
            <a:pPr marL="0" indent="0">
              <a:lnSpc>
                <a:spcPct val="100000"/>
              </a:lnSpc>
              <a:buNone/>
            </a:pPr>
            <a:endParaRPr lang="en-US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CA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Next: lateral movement across the cluster…</a:t>
            </a:r>
          </a:p>
          <a:p>
            <a:pPr marL="0" indent="0">
              <a:lnSpc>
                <a:spcPct val="100000"/>
              </a:lnSpc>
              <a:buNone/>
            </a:pPr>
            <a:endParaRPr lang="en-US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CA" b="1" dirty="0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1A1FB7-074D-D384-F826-BC2EADFC39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2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B57E45-01AE-4840-9C56-ADB244C5F8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729" y="510480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7738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Click="0" advTm="19000">
        <p159:morph option="byObject"/>
      </p:transition>
    </mc:Choice>
    <mc:Fallback>
      <p:transition spd="slow" advClick="0" advTm="1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1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A3D60-A1EB-4065-DE70-6D97EFF8F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467D8542-FFE6-5BEE-B2CF-529F9384D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093109-7B90-7B06-6C39-920DB00492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D7527AF6-7EB9-6468-B8E6-DAC566666A9A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CA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Internal API discovered</a:t>
            </a:r>
          </a:p>
          <a:p>
            <a:pPr marL="0" indent="0">
              <a:buNone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</a:t>
            </a:r>
            <a:r>
              <a:rPr lang="en-CA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Namespace: </a:t>
            </a:r>
            <a:r>
              <a:rPr lang="en-CA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  <a:p>
            <a:pPr marL="0" indent="0">
              <a:buNone/>
            </a:pPr>
            <a:r>
              <a:rPr lang="en-CA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- Port: </a:t>
            </a:r>
            <a:r>
              <a:rPr lang="en-CA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3000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268DB0-4C54-E83D-E793-5A3C680489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2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D3F2E8-FA83-3338-B00E-85F3936B99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729" y="510480"/>
            <a:ext cx="274320" cy="2743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76D9BC-2384-ACB4-0A94-7B2FA96A55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4" r="35518" b="39373"/>
          <a:stretch>
            <a:fillRect/>
          </a:stretch>
        </p:blipFill>
        <p:spPr>
          <a:xfrm>
            <a:off x="153749" y="2975351"/>
            <a:ext cx="9347424" cy="373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7371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Click="0" advTm="14000">
        <p159:morph option="byObject"/>
      </p:transition>
    </mc:Choice>
    <mc:Fallback>
      <p:transition spd="slow" advClick="0" advTm="1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85B91-F761-3437-681B-3FF065F93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771A0F6A-6020-9C29-BFAA-8BC2E7580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18EBF0-36C9-94C2-56CA-C885A88308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3534F9FC-5B16-8099-A97F-F97DFE53C2E2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CA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Read data from the internal API</a:t>
            </a:r>
          </a:p>
          <a:p>
            <a:pPr marL="0" indent="0">
              <a:buNone/>
            </a:pPr>
            <a:r>
              <a:rPr lang="en-CA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Two user records exposed: Alice and Bob.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C74DE5-1CD4-F030-26B6-7789B3128B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2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0F33A7-3369-38B1-FBCD-ED6D23C430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729" y="510480"/>
            <a:ext cx="274320" cy="2743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5071E7-AB93-FF72-AEF1-60A82A3071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706"/>
          <a:stretch>
            <a:fillRect/>
          </a:stretch>
        </p:blipFill>
        <p:spPr>
          <a:xfrm>
            <a:off x="142569" y="2844766"/>
            <a:ext cx="11906862" cy="2082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113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 advClick="0" advTm="12000">
        <p159:morph option="byObject"/>
      </p:transition>
    </mc:Choice>
    <mc:Fallback xmlns="">
      <p:transition spd="slow" advClick="0" advTm="1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B284D-19E4-70FB-6834-FD96B1352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88AB290-26B6-7B31-A17F-96BB7A306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ABA7DB-FC92-2039-102A-4383E29B66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374F341D-FAA8-4F28-D001-25BD4EFE2BDA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CA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 secret discovered</a:t>
            </a:r>
          </a:p>
          <a:p>
            <a:pPr marL="0" indent="0">
              <a:buNone/>
            </a:pPr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CA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Secret: </a:t>
            </a:r>
            <a:r>
              <a:rPr lang="en-CA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cluster-secret</a:t>
            </a:r>
          </a:p>
          <a:p>
            <a:pPr marL="0" indent="0">
              <a:buNone/>
            </a:pPr>
            <a:r>
              <a:rPr lang="en-CA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- Namespace: </a:t>
            </a:r>
            <a:r>
              <a:rPr lang="en-CA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AF3FED-C925-2B51-D9A7-7EB468310F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2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4869ED-D38E-635E-DCA9-ACFC057E20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72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5212E7-A56F-3EB9-C019-C98856B803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79" r="43074" b="45615"/>
          <a:stretch>
            <a:fillRect/>
          </a:stretch>
        </p:blipFill>
        <p:spPr>
          <a:xfrm>
            <a:off x="175259" y="3258756"/>
            <a:ext cx="9603741" cy="338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1172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Click="0" advTm="14000">
        <p159:morph option="byObject"/>
      </p:transition>
    </mc:Choice>
    <mc:Fallback>
      <p:transition spd="slow" advClick="0" advTm="1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4FC8B-4D95-E7D4-A1B9-F61C0A205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24C28F24-7BCA-A079-3E94-D43ECE497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7D5046-85AF-D5F3-0F10-532E017542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B18773E1-E697-BAA3-558F-F73F5F8F252E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CA" dirty="0"/>
              <a:t>Read and decode the cluster secret</a:t>
            </a:r>
          </a:p>
          <a:p>
            <a:pPr marL="0" indent="0">
              <a:buNone/>
            </a:pPr>
            <a:r>
              <a:rPr lang="en-CA" dirty="0"/>
              <a:t>     - Retrieve </a:t>
            </a:r>
            <a:r>
              <a:rPr lang="en-CA" dirty="0">
                <a:solidFill>
                  <a:srgbClr val="FFC000"/>
                </a:solidFill>
              </a:rPr>
              <a:t>cluster-secret</a:t>
            </a:r>
            <a:r>
              <a:rPr lang="en-CA" dirty="0"/>
              <a:t> from the </a:t>
            </a:r>
            <a:r>
              <a:rPr lang="en-CA" dirty="0">
                <a:solidFill>
                  <a:srgbClr val="FFC000"/>
                </a:solidFill>
              </a:rPr>
              <a:t>internal</a:t>
            </a:r>
            <a:r>
              <a:rPr lang="en-CA" dirty="0"/>
              <a:t> namespace.</a:t>
            </a:r>
          </a:p>
          <a:p>
            <a:pPr marL="0" indent="0">
              <a:buNone/>
            </a:pPr>
            <a:r>
              <a:rPr lang="en-CA" dirty="0"/>
              <a:t>     - Decode its value.</a:t>
            </a:r>
          </a:p>
          <a:p>
            <a:pPr lvl="1">
              <a:lnSpc>
                <a:spcPct val="100000"/>
              </a:lnSpc>
              <a:buFontTx/>
              <a:buChar char="-"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D97C37-060C-5399-1EC2-902FF93900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2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52368B-EB2C-AA30-48FF-8A843D0B28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72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20B343-23A5-D59E-20E4-188E4A76C1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63" r="27868" b="-155"/>
          <a:stretch>
            <a:fillRect/>
          </a:stretch>
        </p:blipFill>
        <p:spPr>
          <a:xfrm>
            <a:off x="222778" y="3454400"/>
            <a:ext cx="11746443" cy="97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0110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Click="0" advTm="13000">
        <p159:morph option="byObject"/>
      </p:transition>
    </mc:Choice>
    <mc:Fallback>
      <p:transition spd="slow" advClick="0" advTm="1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3CEE9-7A48-AD32-030B-A57C25398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19C928A-6012-D24B-69F0-B535B6D7D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1FF8C7-721E-D4D8-45DA-4A21C62320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5EC7EF24-09D1-07E9-A675-ACFE9F99F71D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sz="3600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36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 Layer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API </a:t>
            </a: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exposed.</a:t>
            </a:r>
          </a:p>
          <a:p>
            <a:pPr marL="0" indent="0">
              <a:buNone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 secret</a:t>
            </a: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retrieved.</a:t>
            </a:r>
          </a:p>
          <a:p>
            <a:pPr marL="0" indent="0">
              <a:lnSpc>
                <a:spcPct val="100000"/>
              </a:lnSpc>
              <a:buNone/>
            </a:pPr>
            <a:endParaRPr lang="en-US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Next, privilege escalation...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CA" b="1" dirty="0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3F6471-9A9C-796A-4CB1-543C5ECDD3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2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32668A-C6AD-E2BD-C600-17AD3DD84B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72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B20360-B5C2-C91A-B972-A0B6E6A067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138" y="510480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329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 advClick="0" advTm="16000">
        <p159:morph option="byObject"/>
      </p:transition>
    </mc:Choice>
    <mc:Fallback xmlns="">
      <p:transition spd="slow" advClick="0" advTm="1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75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D5E2A-B03C-BFA8-367C-99825BF41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3D46AA4F-F164-1948-3F88-DCBFCFE15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1CA84E-5FB2-65C3-B105-80958CB44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BB2135E3-4197-4D00-88AC-0F0CBEDA9DD8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CA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AWS identity discovered</a:t>
            </a:r>
          </a:p>
          <a:p>
            <a:pPr marL="0" indent="0">
              <a:buNone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-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AWS_*</a:t>
            </a: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variables reveal region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ca-central-1</a:t>
            </a: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- The pod has an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IAM role </a:t>
            </a: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a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 identity token </a:t>
            </a: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C1C30C-4713-8C94-CB2C-12E67E891F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2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7AC0CB-4B67-4AE0-394B-A7E062973B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72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393959-E4D7-C207-0AD9-9AEA54BA0F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138" y="510480"/>
            <a:ext cx="274320" cy="2743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3D41F4-EC5E-2025-0DF8-FB621BBB32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273"/>
          <a:stretch>
            <a:fillRect/>
          </a:stretch>
        </p:blipFill>
        <p:spPr>
          <a:xfrm>
            <a:off x="365760" y="3182255"/>
            <a:ext cx="11404600" cy="350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85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Click="0" advTm="14000">
        <p159:morph option="byObject"/>
      </p:transition>
    </mc:Choice>
    <mc:Fallback>
      <p:transition spd="slow" advClick="0" advTm="1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2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4B0AC-C6BF-CB87-C308-643D8A253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854AA77-4144-0C37-D17D-49C7EF64E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AFCC87-0B21-BF2F-307B-033AB35036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C3177B20-FA5E-288D-B5DF-5FC6921A267B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CA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IRSA lets EKS pods assume IAM roles</a:t>
            </a:r>
            <a:endParaRPr lang="en-CA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CA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The role's permissions determine access to AWS services, like Secrets Manager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4F9162-1995-0B33-DE0C-A591DD97D2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2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721F2E-B171-A076-89CF-615FB09DA2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72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F01B04-41F8-F625-1C91-FF86C48281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138" y="510480"/>
            <a:ext cx="274320" cy="274320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5526A8F9-2764-7D70-6D55-DAF86557706A}"/>
              </a:ext>
            </a:extLst>
          </p:cNvPr>
          <p:cNvGrpSpPr/>
          <p:nvPr/>
        </p:nvGrpSpPr>
        <p:grpSpPr>
          <a:xfrm>
            <a:off x="2076577" y="3427423"/>
            <a:ext cx="8241043" cy="1074282"/>
            <a:chOff x="2076577" y="3427423"/>
            <a:chExt cx="8241043" cy="107428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BA88B55-B3BB-2877-D36F-D729C82DF4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4522" t="12804" r="11424" b="14641"/>
            <a:stretch>
              <a:fillRect/>
            </a:stretch>
          </p:blipFill>
          <p:spPr>
            <a:xfrm>
              <a:off x="5691436" y="3427423"/>
              <a:ext cx="809129" cy="54864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05F281D-68B5-C7BD-387C-07F6C13CA78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00483" y="3427423"/>
              <a:ext cx="564064" cy="54864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16EAD7C6-27C0-65CB-C043-1F082D593A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071962" y="3427423"/>
              <a:ext cx="548640" cy="548640"/>
            </a:xfrm>
            <a:prstGeom prst="rect">
              <a:avLst/>
            </a:prstGeom>
          </p:spPr>
        </p:pic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B5BFCB6-2529-21EC-8304-0AE189D1F640}"/>
                </a:ext>
              </a:extLst>
            </p:cNvPr>
            <p:cNvCxnSpPr>
              <a:stCxn id="13" idx="3"/>
              <a:endCxn id="11" idx="1"/>
            </p:cNvCxnSpPr>
            <p:nvPr/>
          </p:nvCxnSpPr>
          <p:spPr>
            <a:xfrm>
              <a:off x="2864547" y="3701743"/>
              <a:ext cx="2826889" cy="0"/>
            </a:xfrm>
            <a:prstGeom prst="straightConnector1">
              <a:avLst/>
            </a:prstGeom>
            <a:ln w="571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12A3DD8-B277-02B8-A1F0-14BFEAB665E8}"/>
                </a:ext>
              </a:extLst>
            </p:cNvPr>
            <p:cNvCxnSpPr>
              <a:cxnSpLocks/>
            </p:cNvCxnSpPr>
            <p:nvPr/>
          </p:nvCxnSpPr>
          <p:spPr>
            <a:xfrm>
              <a:off x="6500565" y="3721048"/>
              <a:ext cx="2571397" cy="0"/>
            </a:xfrm>
            <a:prstGeom prst="straightConnector1">
              <a:avLst/>
            </a:prstGeom>
            <a:ln w="571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8544943-D2EC-B93C-A57B-97C2CCC570C4}"/>
                </a:ext>
              </a:extLst>
            </p:cNvPr>
            <p:cNvSpPr txBox="1"/>
            <p:nvPr/>
          </p:nvSpPr>
          <p:spPr>
            <a:xfrm>
              <a:off x="5384106" y="4065717"/>
              <a:ext cx="1423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Assume role</a:t>
              </a:r>
              <a:endParaRPr lang="en-CA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A7DC837-68DE-2683-0328-DFADA0AD0575}"/>
                </a:ext>
              </a:extLst>
            </p:cNvPr>
            <p:cNvSpPr txBox="1"/>
            <p:nvPr/>
          </p:nvSpPr>
          <p:spPr>
            <a:xfrm>
              <a:off x="2076577" y="4132373"/>
              <a:ext cx="10044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EKS pod</a:t>
              </a:r>
              <a:endParaRPr lang="en-CA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83B1CAD-8D21-A149-6EA8-DADE0533D0FE}"/>
                </a:ext>
              </a:extLst>
            </p:cNvPr>
            <p:cNvSpPr txBox="1"/>
            <p:nvPr/>
          </p:nvSpPr>
          <p:spPr>
            <a:xfrm>
              <a:off x="8465125" y="4085022"/>
              <a:ext cx="18524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Secrets Manager</a:t>
              </a:r>
              <a:endParaRPr lang="en-CA" dirty="0"/>
            </a:p>
          </p:txBody>
        </p:sp>
      </p:grpSp>
    </p:spTree>
    <p:extLst>
      <p:ext uri="{BB962C8B-B14F-4D97-AF65-F5344CB8AC3E}">
        <p14:creationId xmlns:p14="http://schemas.microsoft.com/office/powerpoint/2010/main" val="11329551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Click="0" advTm="13000">
        <p159:morph option="byObject"/>
      </p:transition>
    </mc:Choice>
    <mc:Fallback>
      <p:transition spd="slow" advClick="0" advTm="1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B997A-2726-6B54-FB3C-C03137EA9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352C6DE9-F32F-7217-21DA-18494A14E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1FAFE7-8CC5-1FCF-7F41-45D925CF12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0EB6E484-19CC-C114-9DEE-B0273D5D8E11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and upload a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remote script</a:t>
            </a: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the pod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2175A-03E9-A495-9170-7C06455B5E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2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2D9AFC-ED56-E949-DE18-FFCFB6C858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72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F690CF-6139-D0E8-8962-6AC792631D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138" y="510480"/>
            <a:ext cx="274320" cy="2743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6D32A4-D9BD-E7A7-32E6-1921C045B9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416" b="70603"/>
          <a:stretch>
            <a:fillRect/>
          </a:stretch>
        </p:blipFill>
        <p:spPr>
          <a:xfrm>
            <a:off x="81839" y="2872192"/>
            <a:ext cx="12028322" cy="268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892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 advClick="0" advTm="10000">
        <p159:morph option="byObject"/>
      </p:transition>
    </mc:Choice>
    <mc:Fallback xmlns=""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7A8AF-D930-FD61-4EEC-4E6C1CEED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564F8E4-A3BC-5E0A-EBF8-92E779184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263451-50E8-7458-59BB-16C978D48E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61DA5399-811B-A824-BB1F-84DF2595A821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List secrets in Amazon Secrets Manager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 An </a:t>
            </a:r>
            <a:r>
              <a:rPr lang="en-US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RDS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credential</a:t>
            </a:r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found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027EEA-3421-82EA-F581-A2E44FFE52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2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F8079C-124C-CC68-456C-5E077D30B4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72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18041F-4A28-9FE4-3D56-31D7BF5ED8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138" y="510480"/>
            <a:ext cx="274320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F41F8F-4E3E-FA74-22FD-AF86AD74AA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77" r="20698"/>
          <a:stretch>
            <a:fillRect/>
          </a:stretch>
        </p:blipFill>
        <p:spPr>
          <a:xfrm>
            <a:off x="365760" y="2356308"/>
            <a:ext cx="10264541" cy="441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9778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Click="0" advTm="13000">
        <p159:morph option="byObject"/>
      </p:transition>
    </mc:Choice>
    <mc:Fallback>
      <p:transition spd="slow" advClick="0" advTm="1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6ED29-237D-4EDB-4725-85203A699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2D3212B4-4017-9E8D-8B68-154C8752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698A1F-762F-645F-7260-391367D7F1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1D816E4C-0072-C80F-B8F2-44B0F6857C4A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CA" dirty="0"/>
              <a:t>Retrieve the RDS credential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 username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 password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 port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C5CC96-806F-F748-0469-DFA5909A8C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2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626FD9-84B5-5477-E4E1-7CE57E0CB7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72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C310D6-FF86-3392-2804-13AF61F760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138" y="510480"/>
            <a:ext cx="274320" cy="2743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E9EEFB-041F-E35C-B701-76018A20AA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" y="3262373"/>
            <a:ext cx="10893732" cy="3542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5599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Click="0" advTm="16000">
        <p159:morph option="byObject"/>
      </p:transition>
    </mc:Choice>
    <mc:Fallback>
      <p:transition spd="slow" advClick="0" advTm="1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2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25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9D5DF-BE4C-5693-E4D6-6E0FB3CB8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796B01BE-0A41-168A-ED76-93E134234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133AF2-9087-AB74-7B6A-54FB434F04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A35F2965-0C69-E248-8D70-710C2BDE0975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sz="3600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36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Layer</a:t>
            </a:r>
          </a:p>
          <a:p>
            <a:pPr marL="0" indent="0">
              <a:buNone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Remote script </a:t>
            </a: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uploaded and executed in the pod.</a:t>
            </a:r>
          </a:p>
          <a:p>
            <a:pPr marL="0" indent="0">
              <a:buNone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secret </a:t>
            </a: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retrieved.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CA" sz="32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</a:t>
            </a:r>
            <a:r>
              <a:rPr lang="en-CA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three secrets </a:t>
            </a:r>
            <a:r>
              <a:rPr lang="en-CA" sz="32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exposed</a:t>
            </a:r>
            <a:r>
              <a:rPr lang="en-CA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876343-6FCE-7A6B-90CC-9261318EFF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2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DBBC87-DBF4-4F70-96DD-9AB60111A7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72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E380F7-2A70-7FE1-DEA3-EF59681DB0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138" y="510480"/>
            <a:ext cx="274320" cy="2743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DE4FCBA-10C7-73F0-6979-FBAD0FCD53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137" y="510480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339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 advClick="0" advTm="16000">
        <p159:morph option="byObject"/>
      </p:transition>
    </mc:Choice>
    <mc:Fallback xmlns="">
      <p:transition spd="slow" advClick="0" advTm="1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E46AF-4A45-7028-A2DA-604D5EF7B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E39DA962-E80A-58D4-CA24-ED389FFC3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4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 Chain Summary</a:t>
            </a: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10715739-9713-BF85-AB40-C6E97A9527DB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CA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2CCE02-A1FF-37A2-6E6D-D2F5AF82E3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3093" y="914399"/>
            <a:ext cx="10265960" cy="578101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C2C232A-8EE3-27B9-148C-A5D8A6048784}"/>
              </a:ext>
            </a:extLst>
          </p:cNvPr>
          <p:cNvSpPr/>
          <p:nvPr/>
        </p:nvSpPr>
        <p:spPr>
          <a:xfrm>
            <a:off x="397042" y="2899611"/>
            <a:ext cx="1744579" cy="974557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90430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Click="0" advTm="10000">
        <p159:morph option="byObject"/>
      </p:transition>
    </mc:Choice>
    <mc:Fallback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FCF62-3E34-8B5D-1840-BE1A3FE3D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45525168-1F60-695C-AF48-050032E28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4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 Chain Summary</a:t>
            </a: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35F31EA8-8DFE-C884-66CE-F0361392EB08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CA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37E774-7CCA-2A71-EA69-722B6AB63A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3093" y="914399"/>
            <a:ext cx="10265960" cy="578101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E1E015-23C3-D12E-E4F8-A2711F021999}"/>
              </a:ext>
            </a:extLst>
          </p:cNvPr>
          <p:cNvSpPr/>
          <p:nvPr/>
        </p:nvSpPr>
        <p:spPr>
          <a:xfrm>
            <a:off x="2466475" y="2695074"/>
            <a:ext cx="1744579" cy="2875547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3908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Click="0" advTm="10000">
        <p159:morph option="byObject"/>
      </p:transition>
    </mc:Choice>
    <mc:Fallback>
      <p:transition spd="slow" advClick="0" advTm="1000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FB1AC-5E5D-A33F-BD10-B73A644E1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E367809-D34B-01C3-C124-3F28D9578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4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 Chain Summary</a:t>
            </a: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5ACA59E3-15BC-FFCF-CAC4-3C4EE5ADD464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CA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949CC4-404A-1612-8971-E31A560D29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3093" y="914399"/>
            <a:ext cx="10265960" cy="578101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8FD39D0-9B43-DED0-5DAD-B48EACA740BC}"/>
              </a:ext>
            </a:extLst>
          </p:cNvPr>
          <p:cNvSpPr/>
          <p:nvPr/>
        </p:nvSpPr>
        <p:spPr>
          <a:xfrm>
            <a:off x="4716379" y="2382253"/>
            <a:ext cx="5305926" cy="709864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02248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Click="0" advTm="10000">
        <p159:morph option="byObject"/>
      </p:transition>
    </mc:Choice>
    <mc:Fallback>
      <p:transition spd="slow" advClick="0" advTm="1000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5396A-5D81-C9C3-ACC7-BCD305174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365BF94-C757-6435-F126-283BCAE01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4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 Chain Summary</a:t>
            </a: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89337D52-BCC7-7989-42B3-862309A7C4CD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CA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C36C1A-EB18-1FBE-6D37-8E7F0A7D43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3093" y="914399"/>
            <a:ext cx="10265960" cy="578101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CECAFDD-8183-910F-8447-52D5251C1783}"/>
              </a:ext>
            </a:extLst>
          </p:cNvPr>
          <p:cNvSpPr/>
          <p:nvPr/>
        </p:nvSpPr>
        <p:spPr>
          <a:xfrm>
            <a:off x="4716379" y="3164305"/>
            <a:ext cx="5305926" cy="553452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61914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Click="0" advTm="10000">
        <p159:morph option="byObject"/>
      </p:transition>
    </mc:Choice>
    <mc:Fallback>
      <p:transition spd="slow" advClick="0" advTm="1000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744B-1DF0-DFB6-965E-71D8BA600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1342D43-0FDA-7694-92D9-CA54022C9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4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 Chain Summary</a:t>
            </a: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2F455A5F-2068-985E-FA70-8CFE245B63A3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CA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6897D-AD17-E03C-1804-D6264C6EF6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3093" y="914399"/>
            <a:ext cx="10265960" cy="578101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F0102E9-6916-4713-9F93-379CAE1C011F}"/>
              </a:ext>
            </a:extLst>
          </p:cNvPr>
          <p:cNvSpPr/>
          <p:nvPr/>
        </p:nvSpPr>
        <p:spPr>
          <a:xfrm>
            <a:off x="4716379" y="4415589"/>
            <a:ext cx="5305926" cy="1528012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58184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Click="0" advTm="10000">
        <p159:morph option="byObject"/>
      </p:transition>
    </mc:Choice>
    <mc:Fallback>
      <p:transition spd="slow" advClick="0" advTm="10000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FF661-05D4-1885-5056-077A08DE3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6858D4A1-E58F-932C-99AE-B99C27499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CA" sz="2000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3D43E055-5A9B-0C8F-9EB7-952970FE1877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sz="3200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buFontTx/>
              <a:buChar char="-"/>
            </a:pPr>
            <a:r>
              <a:rPr lang="en-US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secrets are exposed. What happens next?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 How does a platform administrator detect the breach and respond?</a:t>
            </a:r>
          </a:p>
          <a:p>
            <a:pPr marL="0" indent="0">
              <a:lnSpc>
                <a:spcPct val="100000"/>
              </a:lnSpc>
              <a:buNone/>
            </a:pPr>
            <a:endParaRPr lang="en-US" sz="3200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be continued: </a:t>
            </a:r>
            <a:r>
              <a:rPr lang="en-US" sz="32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Incident Response on EKS</a:t>
            </a:r>
            <a:endParaRPr lang="en-CA" sz="3200" b="1" dirty="0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7175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Click="0" advTm="12000">
        <p159:morph option="byObject"/>
      </p:transition>
    </mc:Choice>
    <mc:Fallback>
      <p:transition spd="slow" advClick="0" advTm="12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1572</TotalTime>
  <Words>933</Words>
  <Application>Microsoft Office PowerPoint</Application>
  <PresentationFormat>Widescreen</PresentationFormat>
  <Paragraphs>169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Consolas</vt:lpstr>
      <vt:lpstr>Wingdings</vt:lpstr>
      <vt:lpstr>Office Theme</vt:lpstr>
      <vt:lpstr>React2Shell on Amazon EKS</vt:lpstr>
      <vt:lpstr>An Attacker's Story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Fong</dc:creator>
  <cp:lastModifiedBy>Simon Fong</cp:lastModifiedBy>
  <cp:revision>1</cp:revision>
  <dcterms:created xsi:type="dcterms:W3CDTF">2026-08-28T02:42:08Z</dcterms:created>
  <dcterms:modified xsi:type="dcterms:W3CDTF">2026-10-21T16:49:35Z</dcterms:modified>
</cp:coreProperties>
</file>